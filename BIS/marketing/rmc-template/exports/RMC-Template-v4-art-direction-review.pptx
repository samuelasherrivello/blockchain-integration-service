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eb5819724643c3" /><Relationship Type="http://schemas.openxmlformats.org/officeDocument/2006/relationships/extended-properties" Target="/docProps/app.xml" Id="R195208fbc3194b09" /><Relationship Type="http://schemas.openxmlformats.org/officeDocument/2006/relationships/officeDocument" Target="/ppt/presentation.xml" Id="Rcc78b43a1fe341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6f2e2847ad4c78"/>
  </p:sldMasterIdLst>
  <p:notesMasterIdLst>
    <p:notesMasterId xmlns:r="http://schemas.openxmlformats.org/officeDocument/2006/relationships" r:id="R5a963f0bf34c454f"/>
  </p:notesMasterIdLst>
  <p:sldIdLst>
    <p:sldId xmlns:r="http://schemas.openxmlformats.org/officeDocument/2006/relationships" id="256" r:id="R612ec27af6b845c9"/>
    <p:sldId xmlns:r="http://schemas.openxmlformats.org/officeDocument/2006/relationships" id="257" r:id="R9662680cb9824e5d"/>
    <p:sldId xmlns:r="http://schemas.openxmlformats.org/officeDocument/2006/relationships" id="258" r:id="Rdac83b201aba433c"/>
    <p:sldId xmlns:r="http://schemas.openxmlformats.org/officeDocument/2006/relationships" id="259" r:id="R1017e9f4a1e140c6"/>
    <p:sldId xmlns:r="http://schemas.openxmlformats.org/officeDocument/2006/relationships" id="260" r:id="R00fe0b100f214a7e"/>
    <p:sldId xmlns:r="http://schemas.openxmlformats.org/officeDocument/2006/relationships" id="261" r:id="R2511ca98e5db4c66"/>
    <p:sldId xmlns:r="http://schemas.openxmlformats.org/officeDocument/2006/relationships" id="262" r:id="Rb297a3e93a9747ce"/>
    <p:sldId xmlns:r="http://schemas.openxmlformats.org/officeDocument/2006/relationships" id="263" r:id="Ra73e679a775b4103"/>
    <p:sldId xmlns:r="http://schemas.openxmlformats.org/officeDocument/2006/relationships" id="264" r:id="Rc71cda936c2b4eb0"/>
    <p:sldId xmlns:r="http://schemas.openxmlformats.org/officeDocument/2006/relationships" id="265" r:id="Rb429b7d6795e4104"/>
    <p:sldId xmlns:r="http://schemas.openxmlformats.org/officeDocument/2006/relationships" id="266" r:id="Rcf62b421d6ac40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4cfe04dfee4e5b" /><Relationship Type="http://schemas.openxmlformats.org/officeDocument/2006/relationships/slideMaster" Target="/ppt/slideMasters/slideMaster1.xml" Id="Rbf6f2e2847ad4c78" /><Relationship Type="http://schemas.openxmlformats.org/officeDocument/2006/relationships/notesMaster" Target="/ppt/notesMasters/notesMaster1.xml" Id="R5a963f0bf34c454f" /><Relationship Type="http://schemas.openxmlformats.org/officeDocument/2006/relationships/presProps" Target="/ppt/presProps.xml" Id="R620a98802967465f" /><Relationship Type="http://schemas.openxmlformats.org/officeDocument/2006/relationships/tableStyles" Target="/ppt/tableStyles.xml" Id="Rc89852bfdded4624" /><Relationship Type="http://schemas.openxmlformats.org/officeDocument/2006/relationships/slide" Target="/ppt/slides/slide1.xml" Id="R612ec27af6b845c9" /><Relationship Type="http://schemas.openxmlformats.org/officeDocument/2006/relationships/slide" Target="/ppt/slides/slide2.xml" Id="R9662680cb9824e5d" /><Relationship Type="http://schemas.openxmlformats.org/officeDocument/2006/relationships/slide" Target="/ppt/slides/slide3.xml" Id="Rdac83b201aba433c" /><Relationship Type="http://schemas.openxmlformats.org/officeDocument/2006/relationships/slide" Target="/ppt/slides/slide4.xml" Id="R1017e9f4a1e140c6" /><Relationship Type="http://schemas.openxmlformats.org/officeDocument/2006/relationships/slide" Target="/ppt/slides/slide5.xml" Id="R00fe0b100f214a7e" /><Relationship Type="http://schemas.openxmlformats.org/officeDocument/2006/relationships/slide" Target="/ppt/slides/slide6.xml" Id="R2511ca98e5db4c66" /><Relationship Type="http://schemas.openxmlformats.org/officeDocument/2006/relationships/slide" Target="/ppt/slides/slide7.xml" Id="Rb297a3e93a9747ce" /><Relationship Type="http://schemas.openxmlformats.org/officeDocument/2006/relationships/slide" Target="/ppt/slides/slide8.xml" Id="Ra73e679a775b4103" /><Relationship Type="http://schemas.openxmlformats.org/officeDocument/2006/relationships/slide" Target="/ppt/slides/slide9.xml" Id="Rc71cda936c2b4eb0" /><Relationship Type="http://schemas.openxmlformats.org/officeDocument/2006/relationships/slide" Target="/ppt/slides/slide10.xml" Id="Rb429b7d6795e4104" /><Relationship Type="http://schemas.openxmlformats.org/officeDocument/2006/relationships/slide" Target="/ppt/slides/slide11.xml" Id="Rcf62b421d6ac40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b8312dcf5d47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6c850302ec4828" /><Relationship Type="http://schemas.openxmlformats.org/officeDocument/2006/relationships/notesMaster" Target="/ppt/notesMasters/notesMaster1.xml" Id="R89bb8a4f58b947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4bf8f4ccac45cf" /><Relationship Type="http://schemas.openxmlformats.org/officeDocument/2006/relationships/notesMaster" Target="/ppt/notesMasters/notesMaster1.xml" Id="R1c2e101d6a4540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5c1fc6ad5c42fe" /><Relationship Type="http://schemas.openxmlformats.org/officeDocument/2006/relationships/notesMaster" Target="/ppt/notesMasters/notesMaster1.xml" Id="R149fc9c5092547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ff18079f88487f" /><Relationship Type="http://schemas.openxmlformats.org/officeDocument/2006/relationships/notesMaster" Target="/ppt/notesMasters/notesMaster1.xml" Id="Rd990e0e625e54e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867d6901944163" /><Relationship Type="http://schemas.openxmlformats.org/officeDocument/2006/relationships/notesMaster" Target="/ppt/notesMasters/notesMaster1.xml" Id="Rfc2e556af1e447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30949af6f14539" /><Relationship Type="http://schemas.openxmlformats.org/officeDocument/2006/relationships/notesMaster" Target="/ppt/notesMasters/notesMaster1.xml" Id="R81ae0080ce7149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cce7200bb24511" /><Relationship Type="http://schemas.openxmlformats.org/officeDocument/2006/relationships/notesMaster" Target="/ppt/notesMasters/notesMaster1.xml" Id="Rdc9d14851cbf46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58f1f3e45b489b" /><Relationship Type="http://schemas.openxmlformats.org/officeDocument/2006/relationships/notesMaster" Target="/ppt/notesMasters/notesMaster1.xml" Id="Ra2e3ca9e11d04d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fba670cbf64c17" /><Relationship Type="http://schemas.openxmlformats.org/officeDocument/2006/relationships/notesMaster" Target="/ppt/notesMasters/notesMaster1.xml" Id="R20d1f002c11641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a76757eef24663" /><Relationship Type="http://schemas.openxmlformats.org/officeDocument/2006/relationships/notesMaster" Target="/ppt/notesMasters/notesMaster1.xml" Id="R3837131815cc4e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5f1d07eeea4176" /><Relationship Type="http://schemas.openxmlformats.org/officeDocument/2006/relationships/notesMaster" Target="/ppt/notesMasters/notesMaster1.xml" Id="Rbca71692267145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3cb6c3a034e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c1b7477ec7491c" /><Relationship Type="http://schemas.openxmlformats.org/officeDocument/2006/relationships/slideLayout" Target="/ppt/slideLayouts/slideLayout1.xml" Id="R0e90445859aa4d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90445859aa4d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cb122d2194a27" /><Relationship Type="http://schemas.openxmlformats.org/officeDocument/2006/relationships/image" Target="/ppt/media/image.png" Id="R023d4cfdd03243c4" /><Relationship Type="http://schemas.openxmlformats.org/officeDocument/2006/relationships/image" Target="/ppt/media/image2.png" Id="R4c470a5a90e548d0" /><Relationship Type="http://schemas.openxmlformats.org/officeDocument/2006/relationships/notesSlide" Target="/ppt/notesSlides/notesSlide1.xml" Id="R8f70ba6a516047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4125dad704786" /><Relationship Type="http://schemas.openxmlformats.org/officeDocument/2006/relationships/image" Target="/ppt/media/image3.png" Id="R935edd3ccb054adf" /><Relationship Type="http://schemas.openxmlformats.org/officeDocument/2006/relationships/image" Target="/ppt/media/image4.png" Id="Re7d4d14d3a884385" /><Relationship Type="http://schemas.openxmlformats.org/officeDocument/2006/relationships/notesSlide" Target="/ppt/notesSlides/notesSlide2.xml" Id="R91c181c9765e49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6b2b8514141ca" /><Relationship Type="http://schemas.openxmlformats.org/officeDocument/2006/relationships/image" Target="/ppt/media/image5.png" Id="Ra017a3e81f754bb2" /><Relationship Type="http://schemas.openxmlformats.org/officeDocument/2006/relationships/notesSlide" Target="/ppt/notesSlides/notesSlide3.xml" Id="R4827eedc708641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cd8e2d29b4520" /><Relationship Type="http://schemas.openxmlformats.org/officeDocument/2006/relationships/image" Target="/ppt/media/image6.png" Id="R197c0b14cd3b46bc" /><Relationship Type="http://schemas.openxmlformats.org/officeDocument/2006/relationships/image" Target="/ppt/media/image7.png" Id="R15f9a449cfe244a3" /><Relationship Type="http://schemas.openxmlformats.org/officeDocument/2006/relationships/notesSlide" Target="/ppt/notesSlides/notesSlide4.xml" Id="Reb9d8060c62e44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2428279c34aa5" /><Relationship Type="http://schemas.openxmlformats.org/officeDocument/2006/relationships/image" Target="/ppt/media/image8.png" Id="R86485936e8704642" /><Relationship Type="http://schemas.openxmlformats.org/officeDocument/2006/relationships/notesSlide" Target="/ppt/notesSlides/notesSlide5.xml" Id="Ref7e8300aeb740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d345189244ead" /><Relationship Type="http://schemas.openxmlformats.org/officeDocument/2006/relationships/image" Target="/ppt/media/image9.png" Id="Reeb0f1ea44344124" /><Relationship Type="http://schemas.openxmlformats.org/officeDocument/2006/relationships/notesSlide" Target="/ppt/notesSlides/notesSlide6.xml" Id="R16bf9c0560bc42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f5de516ad46d4" /><Relationship Type="http://schemas.openxmlformats.org/officeDocument/2006/relationships/image" Target="/ppt/media/image10.png" Id="R7ad0e24f280c4ab6" /><Relationship Type="http://schemas.openxmlformats.org/officeDocument/2006/relationships/notesSlide" Target="/ppt/notesSlides/notesSlide7.xml" Id="R73633d033aa64b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f90d384cf46d8" /><Relationship Type="http://schemas.openxmlformats.org/officeDocument/2006/relationships/image" Target="/ppt/media/image11.png" Id="R7254d740a1ef4c97" /><Relationship Type="http://schemas.openxmlformats.org/officeDocument/2006/relationships/notesSlide" Target="/ppt/notesSlides/notesSlide8.xml" Id="R26ee527585b342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3f3d068464c8d" /><Relationship Type="http://schemas.openxmlformats.org/officeDocument/2006/relationships/image" Target="/ppt/media/image12.png" Id="Rf3f8a1802ea8446b" /><Relationship Type="http://schemas.openxmlformats.org/officeDocument/2006/relationships/notesSlide" Target="/ppt/notesSlides/notesSlide9.xml" Id="R11650c4ffd9944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7527943f64ffe" /><Relationship Type="http://schemas.openxmlformats.org/officeDocument/2006/relationships/image" Target="/ppt/media/image13.png" Id="Rb1e11326fe224265" /><Relationship Type="http://schemas.openxmlformats.org/officeDocument/2006/relationships/notesSlide" Target="/ppt/notesSlides/notesSlide10.xml" Id="Rf2ff73d83f4740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79b78f5e4409c" /><Relationship Type="http://schemas.openxmlformats.org/officeDocument/2006/relationships/image" Target="/ppt/media/image14.png" Id="Rec53c276fc5c43dc" /><Relationship Type="http://schemas.openxmlformats.org/officeDocument/2006/relationships/image" Target="/ppt/media/image15.png" Id="R36d4cc85618b442b" /><Relationship Type="http://schemas.openxmlformats.org/officeDocument/2006/relationships/image" Target="/ppt/media/image16.png" Id="R977254c976b24030" /><Relationship Type="http://schemas.openxmlformats.org/officeDocument/2006/relationships/image" Target="/ppt/media/image17.png" Id="Rd84c2e8108074976" /><Relationship Type="http://schemas.openxmlformats.org/officeDocument/2006/relationships/image" Target="/ppt/media/image18.png" Id="R1048c27de07c464b" /><Relationship Type="http://schemas.openxmlformats.org/officeDocument/2006/relationships/image" Target="/ppt/media/image19.png" Id="Rf727d4e1f68646de" /><Relationship Type="http://schemas.openxmlformats.org/officeDocument/2006/relationships/image" Target="/ppt/media/image20.png" Id="R73c82bd7afa540b4" /><Relationship Type="http://schemas.openxmlformats.org/officeDocument/2006/relationships/image" Target="/ppt/media/image21.png" Id="R94cd4f72d6f5459b" /><Relationship Type="http://schemas.openxmlformats.org/officeDocument/2006/relationships/image" Target="/ppt/media/image22.png" Id="Rab73453eb0334e91" /><Relationship Type="http://schemas.openxmlformats.org/officeDocument/2006/relationships/image" Target="/ppt/media/image23.png" Id="Rd072c7043dcd4c30" /><Relationship Type="http://schemas.openxmlformats.org/officeDocument/2006/relationships/image" Target="/ppt/media/image24.png" Id="R5d41068a941746a9" /><Relationship Type="http://schemas.openxmlformats.org/officeDocument/2006/relationships/image" Target="/ppt/media/image25.png" Id="Rbead85656bde4c26" /><Relationship Type="http://schemas.openxmlformats.org/officeDocument/2006/relationships/image" Target="/ppt/media/image26.png" Id="Rdedcf455976c4a89" /><Relationship Type="http://schemas.openxmlformats.org/officeDocument/2006/relationships/image" Target="/ppt/media/image27.png" Id="Rbe450007daa0437f" /><Relationship Type="http://schemas.openxmlformats.org/officeDocument/2006/relationships/image" Target="/ppt/media/image28.png" Id="R63c6756281f04221" /><Relationship Type="http://schemas.openxmlformats.org/officeDocument/2006/relationships/notesSlide" Target="/ppt/notesSlides/notesSlide11.xml" Id="R1898baa8307941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d4cfdd03243c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F87B8-56CC-4608-A5CD-211FE4C2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E32F8-0D08-48BC-817A-5CAEBD5D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Title slide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A402B-3836-4851-955D-5DCFB123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B7850-F297-4B2B-97AE-5E1D5BD5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A34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31338-8EAB-4F7A-8BA7-41252F51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E4DDD-1A3F-47E8-BFA7-F5DF2109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reusable</a:t>
            </a:r>
          </a:p>
          <a:p xmlns:a="http://schemas.openxmlformats.org/drawingml/2006/main">
            <a:pPr>
              <a:defRPr sz="43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slide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E503F-4474-4CEC-8800-E4B229EB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4C7E4"/>
                </a:solidFill>
                <a:latin typeface="Arial"/>
                <a:ea typeface="Arial"/>
                <a:cs typeface="Arial"/>
              </a:rPr>
              <a:t>Dark blue. Quiet contrast. Abstract visual space.</a:t>
            </a:r>
          </a:p>
          <a:p xmlns:a="http://schemas.openxmlformats.org/drawingml/2006/main">
            <a:pPr>
              <a:defRPr sz="16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4C7E4"/>
                </a:solidFill>
                <a:latin typeface="Arial"/>
                <a:ea typeface="Arial"/>
                <a:cs typeface="Arial"/>
              </a:rPr>
              <a:t>Editable in Google Slides.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DB2AF-A4AD-4049-8091-AE950CA1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Built first for BIS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70a5a90e548d0"/>
          <a:stretch xmlns:a="http://schemas.openxmlformats.org/drawingml/2006/main"/>
        </p:blipFill>
        <p:spPr>
          <a:xfrm xmlns:a="http://schemas.openxmlformats.org/drawingml/2006/main">
            <a:off x="6819900" y="1793875"/>
            <a:ext cx="4191000" cy="279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76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edd3ccb054ad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80A65-8AC9-434E-A88F-67837743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BA327-5251-42B3-AC68-BBDCDF6A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Section title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30CE0-2B4B-4794-92AF-9936A59A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08E58-2F00-4119-9CA6-A4C6A941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666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A34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E6941-8F98-4F32-84A7-21BF9FDF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941AE-B995-4BD0-B910-71A8B64E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The next</a:t>
            </a:r>
          </a:p>
          <a:p xmlns:a="http://schemas.openxmlformats.org/drawingml/2006/main">
            <a:pPr>
              <a:defRPr sz="4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conversation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0AB9C-F017-4B22-854B-B75D7AF2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this layout to introduce a new chapter without adding a second visual system.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4d14d3a884385"/>
          <a:stretch xmlns:a="http://schemas.openxmlformats.org/drawingml/2006/main"/>
        </p:blipFill>
        <p:spPr>
          <a:xfrm xmlns:a="http://schemas.openxmlformats.org/drawingml/2006/main">
            <a:off x="7162800" y="1597351"/>
            <a:ext cx="3762375" cy="36442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65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7a3e81f754bb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A7B43-538F-48AB-AF88-92DBFA25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EFC42-345D-4C99-9C8F-42A34B88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Table of 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1DFE2-E1FA-4FA7-9F4E-4FD4AE82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66EE4-F511-4686-B113-66121EAD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Table of contents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06CE1-D933-457E-8565-B05B5C8A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Five concise stops are enough for a clear narrative.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99B09-B089-4712-99F6-1C895981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5314B-3076-4C0F-8844-8FF8449F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669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0487F-6C46-42E9-A9C0-5F1F4EDB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What the audience needs to know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A5FCF-4499-407E-A065-48D53B66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D07D9-5298-4951-8EDE-CE5265C0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8E28C-AF59-4AED-8370-019AFDC1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12AD6-793A-403B-861F-636002D9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How the parts fit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8746D-6886-486F-9E2B-9B65DEF0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6C690-5FE6-4939-9486-6C437E23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D9C35-118A-44C6-A3B5-C017C1AB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17F23-5DAF-44D2-A069-F4D794C4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What changes for people using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4E29E-820C-4EF5-BC34-631894B2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510CF-0F65-4E63-9BC6-8B1B3431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E358A-B852-4349-B85D-D6FED384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10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EAEDF-5C9B-4055-B9C4-8F66BD49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choice and its tradeoffs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4FE8B-A0CC-4621-98DE-569E22CC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3517A6-2F47-4DCB-AB19-34224274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C491D5-A600-4153-81C2-4315567E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313C8B-E428-434A-8478-7D6914E5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292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work that follows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41B2D1-576A-43BB-A993-8A3E471A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96280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c0b14cd3b46b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1584A-0709-4984-9450-9460029D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1D1DE-1CFF-4BA9-B4AD-1CA74B68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Full-screen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EF901-DC95-49BB-B923-EC5436C3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083BF-8BE0-48DD-8BF4-938FBFD8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34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A34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FDEAC-AA53-4423-A421-17DAC6D1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Full-screen 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E0B4F-DC45-4ED2-98B6-3A71B716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One clear idea</a:t>
            </a:r>
          </a:p>
          <a:p xmlns:a="http://schemas.openxmlformats.org/drawingml/2006/main">
            <a:pPr>
              <a:defRPr sz="41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can hold the room.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E25C7-E4CA-4122-9B9C-528F22C5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this slide for a point of view, a decision, or a statement that needs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545DB-9347-4674-A6B0-091E59AA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D7FF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9a449cfe244a3"/>
          <a:stretch xmlns:a="http://schemas.openxmlformats.org/drawingml/2006/main"/>
        </p:blipFill>
        <p:spPr>
          <a:xfrm xmlns:a="http://schemas.openxmlformats.org/drawingml/2006/main">
            <a:off x="7239000" y="2254250"/>
            <a:ext cx="3619500" cy="301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664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85936e870464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EF34B-B9C2-419E-BBA4-47E282C2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C17C5-0371-4AC9-AE2C-9841F17D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Left content / right visual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AA26B-4131-4724-8B20-92E8A982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793BE-4EBD-4505-9276-9DA3E411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Content with a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AF5A5-D346-4012-901B-9DE119C0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A written explanation on the left and an interchangeable visual on the right.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F14FA-7284-4D21-A382-D4E17213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Headline that explains the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A6BAE-01A3-4C3B-8826-55379BEA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two or three short paragraphs or a compact list. Keep the audience focused on one point and let the visual do a different job.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812D5-6342-43B2-868E-0570E198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4767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13BB6-B2AC-4609-8D37-02F601B3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Replace with visual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22E70-B001-4197-8B4E-B34213A2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05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4C7E4"/>
                </a:solidFill>
                <a:latin typeface="Arial"/>
                <a:ea typeface="Arial"/>
                <a:cs typeface="Arial"/>
              </a:rPr>
              <a:t>Image, product capture, diagram, or illustration</a:t>
            </a:r>
          </a:p>
        </p:txBody>
      </p:sp>
    </p:spTree>
    <p:extLst>
      <p:ext uri="{BB962C8B-B14F-4D97-AF65-F5344CB8AC3E}">
        <p14:creationId xmlns:p14="http://schemas.microsoft.com/office/powerpoint/2010/main" val="2690776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0f1ea4434412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F1758-A41A-4ACF-B1EB-216A1A6C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BF60F-E037-4C78-B0FC-6672684B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Timeline / 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E790C-A0B2-4D32-8B27-D414FC1B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4A357-16A2-4782-87F7-2853E905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simple progression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07CB8-D735-435E-83EA-646E5B71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Four moments communicate a process without a dense process map.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5F453-437D-40A1-964A-18E8BB5E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38550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B5B60-5670-4A05-8BBD-F9B2B865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C8154-1DC0-4CAC-BE61-E87E3026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9BEB8-453A-4F98-A870-2D2BA729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FF176-189E-43F3-852B-333BC5B7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trigger or user 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ECBF2-7A64-4796-9ED7-86F84DF7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DD9C9-BC41-4E9C-975A-C7F96C62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7F96C-C363-442A-88FD-AB51CF3B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AEE6D-A921-4E98-947A-33323719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system selects a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E04BA-0B1C-4E29-A63A-C57E2C9F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52426-8534-493C-9ED6-9734677E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43D1B-689B-44C9-876B-320C8254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28E2A-F592-468C-AA60-12394F44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work becomes 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04228-7261-4BD7-9497-2CE57263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EFBBD-1AC1-4A2B-A6FD-12F81F56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6BACB-0688-4897-8CA3-556D0469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F84F4-11C3-49A7-80A7-1BD589C4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outcome remains available</a:t>
            </a:r>
          </a:p>
        </p:txBody>
      </p:sp>
    </p:spTree>
    <p:extLst>
      <p:ext uri="{BB962C8B-B14F-4D97-AF65-F5344CB8AC3E}">
        <p14:creationId xmlns:p14="http://schemas.microsoft.com/office/powerpoint/2010/main" val="20102347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0e24f280c4ab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FF90F-A4B0-4872-A601-8E9E0C14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BCA98-12EA-4250-A0CA-F0C15778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Left visual / right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E1E79-8201-4226-AF22-3BE58E3C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21F59-5276-4FCC-BC13-5F3CF132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Visual with supporting content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09C6B-BA11-4AB4-8107-FC0394AA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Swap the visual orientation when the audience should meet evidence before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A24FB-67B7-4B3C-A19A-3F59F4D4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572000" cy="35623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9332D-8A0C-4B54-81FA-4B1AED5D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908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Replace with visual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8EB5E-11A6-4C8E-806E-676CBC87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4C7E4"/>
                </a:solidFill>
                <a:latin typeface="Arial"/>
                <a:ea typeface="Arial"/>
                <a:cs typeface="Arial"/>
              </a:rPr>
              <a:t>Diagram, screenshot, or abstract 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4F18A-63A1-4658-8A5C-8ABA7628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precise explanation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F4620-CD80-43A4-B3FD-9BE7952C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this space for a short narrative. The visual earns attention first, then the copy explains what it means and why it matters.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D3493-0F10-4DB4-B016-C1731C16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Optional supporting note</a:t>
            </a:r>
          </a:p>
        </p:txBody>
      </p:sp>
    </p:spTree>
    <p:extLst>
      <p:ext uri="{BB962C8B-B14F-4D97-AF65-F5344CB8AC3E}">
        <p14:creationId xmlns:p14="http://schemas.microsoft.com/office/powerpoint/2010/main" val="960582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4d740a1ef4c9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5A510-A255-4905-8809-7F51F3A2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DBFAB-3436-4FDC-9AAE-86439EEE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Capability grid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1D86C-1B43-4E51-8B51-F4555EDC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1A219-BC38-4633-92CA-4EEB998A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Capabilities at a glance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FD62F-2138-435B-BE31-EE432325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Four editable slots for things the audience can compare quickly.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0F7B6-0164-469E-93A6-F7E49962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64EF6-F51E-4870-9771-651EE261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574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57A55-EBD7-450A-8290-8E89B551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2A14A-9D66-4F02-ACEA-68B6690D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59935-ACF1-4F0D-A1A6-4C041667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47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Identity, access, and balances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236CB-8CDB-49E4-9E14-808F8FD8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C924B-B104-4D03-A9C0-69783488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574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B56BA-99D2-4827-9D28-9DC8320A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574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BE8EA-2222-42E4-AC3D-8F4310F4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CFCF3-507A-4C03-A6E6-432F01BF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47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Records that have ownership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5E5C9-DB81-411C-8834-CAB9B5A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C5030-890F-4F76-BB52-8BCADD14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481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104C1-3D0D-41F2-8998-5FF1D435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CC305-73E7-4729-9831-A1ECA75D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38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025DB-E67B-482A-B897-E4841362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38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Movement and confirmation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431CB-ECF4-42D8-962E-9805A795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7528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1BDB3-08E3-4EAB-A7D0-B6A1ED7D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481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9A9DB8-CA32-4FBE-A4C1-B07607BA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48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E1494A-6522-48CE-80D9-6F1036B0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38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A064A5-29A4-4DFC-A0C8-4F1F9857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A clear trail of activity</a:t>
            </a:r>
          </a:p>
        </p:txBody>
      </p:sp>
    </p:spTree>
    <p:extLst>
      <p:ext uri="{BB962C8B-B14F-4D97-AF65-F5344CB8AC3E}">
        <p14:creationId xmlns:p14="http://schemas.microsoft.com/office/powerpoint/2010/main" val="1322030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8a1802ea844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C59F5-6116-45E1-A633-9DE81699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DD0EE-736B-4098-8AB8-9D19ACAA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System architecture / integration diagram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09951-8B06-45B7-9035-4D4A2F75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34E33-3EAC-4132-BCBF-C0E49397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clear system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83B95-3188-4666-9AE6-63DFC1CC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An editable architecture pattern for BIS and its products.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38E70-454F-432C-B912-CD3D5835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24150"/>
            <a:ext cx="2571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D9102-A9F2-4529-8CE3-8588140E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622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BIS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6D21C-1E22-45E8-852D-857A7E0F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71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4F8FF"/>
                </a:solidFill>
                <a:latin typeface="Arial"/>
                <a:ea typeface="Arial"/>
                <a:cs typeface="Arial"/>
              </a:rPr>
              <a:t>Shared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F90B5-1016-4549-80F5-3E94D84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2333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2DDC6-A4A1-4CC3-B545-6D120970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333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97596-5328-45F6-813A-DD01919D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67250"/>
            <a:ext cx="2571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1E24-0681-4BE8-AE09-C080B199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39408-7676-483D-B22D-467926BE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14381-5CBC-4214-9EB0-479350E1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241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899DF-DB53-4CDE-985B-2A3CE44C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479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67694-BE9C-4B52-B228-4CABFC6A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57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Game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D7E52-FE2D-4A6B-88BB-A2F8101F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81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Player experience</a:t>
            </a:r>
          </a:p>
        </p:txBody>
      </p: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33725" y="2762250"/>
            <a:ext cx="167640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D7FF"/>
            </a:solidFill>
            <a:prstDash val="solid"/>
            <a:headEnd type="arrow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381875" y="2762250"/>
            <a:ext cx="1666875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D7FF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38862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D7FF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6159355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11326fe22426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5FB8B-504C-43E3-BE38-5F57A473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D38B0-549B-4986-A56A-722A8220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Comparison / decision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0506B-3722-413A-AB3F-AF0863D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AB886-FFC8-4F0C-A3B6-769B81D3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decision in plain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5CFD2-E895-4477-9EA1-1D00427B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A native editable table for comparing choices without visual noise.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2950" y="2038350"/>
          <a:ext xmlns:a="http://schemas.openxmlformats.org/drawingml/2006/main" cx="10648950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2238"/>
                <a:gridCol w="2662238"/>
                <a:gridCol w="2662238"/>
                <a:gridCol w="2662238"/>
              </a:tblGrid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Best for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Tradeoff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 A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Fast learning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Limited coverage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AD7FF"/>
                          </a:solidFill>
                          <a:latin typeface="Arial"/>
                          <a:ea typeface="Arial"/>
                          <a:cs typeface="Arial"/>
                        </a:rPr>
                        <a:t>Use now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 B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Broad coverage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More effort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AD7FF"/>
                          </a:solidFill>
                          <a:latin typeface="Arial"/>
                          <a:ea typeface="Arial"/>
                          <a:cs typeface="Arial"/>
                        </a:rPr>
                        <a:t>Consider later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 C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Specific edge case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Narrow value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AD7FF"/>
                          </a:solidFill>
                          <a:latin typeface="Arial"/>
                          <a:ea typeface="Arial"/>
                          <a:cs typeface="Arial"/>
                        </a:rPr>
                        <a:t>Do not use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B9EE5-6D14-4DFF-8603-57829EC6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Replace the examples with your actual options. Keep the decision column direct.</a:t>
            </a:r>
          </a:p>
        </p:txBody>
      </p:sp>
    </p:spTree>
    <p:extLst>
      <p:ext uri="{BB962C8B-B14F-4D97-AF65-F5344CB8AC3E}">
        <p14:creationId xmlns:p14="http://schemas.microsoft.com/office/powerpoint/2010/main" val="12782368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3c276fc5c43d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35E8A-766F-44E1-9ED2-A86CD7EC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CD7D0-E598-4DE6-BB29-94CE1D60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Icon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8A236-4DD2-431F-B97D-C389B97B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C411E-8E51-4B37-8B19-4F437346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Icon library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AA30B-9202-487D-8EF5-3C7F7361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Fourteen original, individually reusable blue icons for technology, games, and blockchain topics.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4cc85618b442b"/>
          <a:stretch xmlns:a="http://schemas.openxmlformats.org/drawingml/2006/main"/>
        </p:blipFill>
        <p:spPr>
          <a:xfrm xmlns:a="http://schemas.openxmlformats.org/drawingml/2006/main">
            <a:off x="2400300" y="1470793"/>
            <a:ext cx="895350" cy="134466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E60E1-A7E1-4004-834D-3B8257FD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57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NFT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254c976b24030"/>
          <a:stretch xmlns:a="http://schemas.openxmlformats.org/drawingml/2006/main"/>
        </p:blipFill>
        <p:spPr>
          <a:xfrm xmlns:a="http://schemas.openxmlformats.org/drawingml/2006/main">
            <a:off x="3486150" y="1473246"/>
            <a:ext cx="895350" cy="133975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A2F9F-C020-4319-89F5-3EE0B110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Blockchain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c2e8108074976"/>
          <a:stretch xmlns:a="http://schemas.openxmlformats.org/drawingml/2006/main"/>
        </p:blipFill>
        <p:spPr>
          <a:xfrm xmlns:a="http://schemas.openxmlformats.org/drawingml/2006/main">
            <a:off x="4572000" y="1473246"/>
            <a:ext cx="895350" cy="133975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0C052-2627-4CC9-90B2-DE9F703E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Games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8c27de07c464b"/>
          <a:stretch xmlns:a="http://schemas.openxmlformats.org/drawingml/2006/main"/>
        </p:blipFill>
        <p:spPr>
          <a:xfrm xmlns:a="http://schemas.openxmlformats.org/drawingml/2006/main">
            <a:off x="5657850" y="1470793"/>
            <a:ext cx="895350" cy="134466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B279E-7CAD-43A5-8F47-270F7F9F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57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Decentralized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7d4e1f68646de"/>
          <a:stretch xmlns:a="http://schemas.openxmlformats.org/drawingml/2006/main"/>
        </p:blipFill>
        <p:spPr>
          <a:xfrm xmlns:a="http://schemas.openxmlformats.org/drawingml/2006/main">
            <a:off x="6743700" y="1473246"/>
            <a:ext cx="895350" cy="1339757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ECB68-7BB6-42A2-8A6B-A54C3597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Metaverse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82bd7afa540b4"/>
          <a:stretch xmlns:a="http://schemas.openxmlformats.org/drawingml/2006/main"/>
        </p:blipFill>
        <p:spPr>
          <a:xfrm xmlns:a="http://schemas.openxmlformats.org/drawingml/2006/main">
            <a:off x="7829550" y="1473246"/>
            <a:ext cx="895350" cy="1339757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A28D1-8BA6-4834-9DBD-9EC14D9C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57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Social networks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d4f72d6f5459b"/>
          <a:stretch xmlns:a="http://schemas.openxmlformats.org/drawingml/2006/main"/>
        </p:blipFill>
        <p:spPr>
          <a:xfrm xmlns:a="http://schemas.openxmlformats.org/drawingml/2006/main">
            <a:off x="8915400" y="1473246"/>
            <a:ext cx="895350" cy="1339757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7AA20-DF9A-438A-9BC6-29CE8723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Immutable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3453eb0334e91"/>
          <a:stretch xmlns:a="http://schemas.openxmlformats.org/drawingml/2006/main"/>
        </p:blipFill>
        <p:spPr>
          <a:xfrm xmlns:a="http://schemas.openxmlformats.org/drawingml/2006/main">
            <a:off x="2400300" y="3469403"/>
            <a:ext cx="895350" cy="134794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EBE5D-6AC0-494E-8E17-745F0C5B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57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Transparent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2c7043dcd4c30"/>
          <a:stretch xmlns:a="http://schemas.openxmlformats.org/drawingml/2006/main"/>
        </p:blipFill>
        <p:spPr>
          <a:xfrm xmlns:a="http://schemas.openxmlformats.org/drawingml/2006/main">
            <a:off x="3486150" y="3471863"/>
            <a:ext cx="895350" cy="134302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3A250-4304-4FF3-8CEC-2012EC2B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57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1068a941746a9"/>
          <a:stretch xmlns:a="http://schemas.openxmlformats.org/drawingml/2006/main"/>
        </p:blipFill>
        <p:spPr>
          <a:xfrm xmlns:a="http://schemas.openxmlformats.org/drawingml/2006/main">
            <a:off x="4572000" y="3471863"/>
            <a:ext cx="895350" cy="13430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BC848A-01E1-4A05-AA25-6724F12B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57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Wifi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d85656bde4c26"/>
          <a:stretch xmlns:a="http://schemas.openxmlformats.org/drawingml/2006/main"/>
        </p:blipFill>
        <p:spPr>
          <a:xfrm xmlns:a="http://schemas.openxmlformats.org/drawingml/2006/main">
            <a:off x="5657850" y="3469403"/>
            <a:ext cx="895350" cy="134794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7C4461-C3E7-43CE-8257-1CF8B09E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57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cf455976c4a89"/>
          <a:stretch xmlns:a="http://schemas.openxmlformats.org/drawingml/2006/main"/>
        </p:blipFill>
        <p:spPr>
          <a:xfrm xmlns:a="http://schemas.openxmlformats.org/drawingml/2006/main">
            <a:off x="6743700" y="3471863"/>
            <a:ext cx="895350" cy="1343025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6FBB8C-D8FF-4060-B269-6B8BA7D1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Multiplayer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50007daa0437f"/>
          <a:stretch xmlns:a="http://schemas.openxmlformats.org/drawingml/2006/main"/>
        </p:blipFill>
        <p:spPr>
          <a:xfrm xmlns:a="http://schemas.openxmlformats.org/drawingml/2006/main">
            <a:off x="7829550" y="3471863"/>
            <a:ext cx="895350" cy="13430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1D0F90-57C3-4536-AAED-A1995628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57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Token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6756281f04221"/>
          <a:stretch xmlns:a="http://schemas.openxmlformats.org/drawingml/2006/main"/>
        </p:blipFill>
        <p:spPr>
          <a:xfrm xmlns:a="http://schemas.openxmlformats.org/drawingml/2006/main">
            <a:off x="8915400" y="3471863"/>
            <a:ext cx="895350" cy="1343025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E1EDDC-9AD9-4044-B733-FD7CC3E3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57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Trophy</a:t>
            </a:r>
          </a:p>
        </p:txBody>
      </p:sp>
    </p:spTree>
    <p:extLst>
      <p:ext uri="{BB962C8B-B14F-4D97-AF65-F5344CB8AC3E}">
        <p14:creationId xmlns:p14="http://schemas.microsoft.com/office/powerpoint/2010/main" val="332359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2026-09-15T10:49:38.6220000Z</dcterms:created>
  <dcterms:modified xsi:type="dcterms:W3CDTF">2026-09-15T10:49:38.6220000Z</dcterms:modified>
</coreProperties>
</file>
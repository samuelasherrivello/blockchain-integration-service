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ad3e2464446d7" /><Relationship Type="http://schemas.openxmlformats.org/officeDocument/2006/relationships/extended-properties" Target="/docProps/app.xml" Id="R1a0b89fe177543ba" /><Relationship Type="http://schemas.openxmlformats.org/officeDocument/2006/relationships/officeDocument" Target="/ppt/presentation.xml" Id="Rdc0b37c1701d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277b7a0494977"/>
  </p:sldMasterIdLst>
  <p:notesMasterIdLst>
    <p:notesMasterId xmlns:r="http://schemas.openxmlformats.org/officeDocument/2006/relationships" r:id="R6f43681e242e4fbc"/>
  </p:notesMasterIdLst>
  <p:sldIdLst>
    <p:sldId xmlns:r="http://schemas.openxmlformats.org/officeDocument/2006/relationships" id="256" r:id="R8409e8fb3cfe4a52"/>
    <p:sldId xmlns:r="http://schemas.openxmlformats.org/officeDocument/2006/relationships" id="257" r:id="R090bbd2770f74b1f"/>
    <p:sldId xmlns:r="http://schemas.openxmlformats.org/officeDocument/2006/relationships" id="258" r:id="Rb6b19ac12ad6466b"/>
    <p:sldId xmlns:r="http://schemas.openxmlformats.org/officeDocument/2006/relationships" id="259" r:id="Rc10e10465e114478"/>
    <p:sldId xmlns:r="http://schemas.openxmlformats.org/officeDocument/2006/relationships" id="260" r:id="R80ba22cff2a3493c"/>
    <p:sldId xmlns:r="http://schemas.openxmlformats.org/officeDocument/2006/relationships" id="261" r:id="R9ef8a652094a4d2e"/>
    <p:sldId xmlns:r="http://schemas.openxmlformats.org/officeDocument/2006/relationships" id="262" r:id="R9d3b0fe539c94e94"/>
    <p:sldId xmlns:r="http://schemas.openxmlformats.org/officeDocument/2006/relationships" id="263" r:id="R47448a8212164b9b"/>
    <p:sldId xmlns:r="http://schemas.openxmlformats.org/officeDocument/2006/relationships" id="264" r:id="Ra35b7bfbefa1489d"/>
    <p:sldId xmlns:r="http://schemas.openxmlformats.org/officeDocument/2006/relationships" id="265" r:id="R79a063e4670340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004665ec64887" /><Relationship Type="http://schemas.openxmlformats.org/officeDocument/2006/relationships/slideMaster" Target="/ppt/slideMasters/slideMaster1.xml" Id="Ra97277b7a0494977" /><Relationship Type="http://schemas.openxmlformats.org/officeDocument/2006/relationships/notesMaster" Target="/ppt/notesMasters/notesMaster1.xml" Id="R6f43681e242e4fbc" /><Relationship Type="http://schemas.openxmlformats.org/officeDocument/2006/relationships/presProps" Target="/ppt/presProps.xml" Id="Rd80d0a238c934f21" /><Relationship Type="http://schemas.openxmlformats.org/officeDocument/2006/relationships/tableStyles" Target="/ppt/tableStyles.xml" Id="Rdc935b7730004600" /><Relationship Type="http://schemas.openxmlformats.org/officeDocument/2006/relationships/slide" Target="/ppt/slides/slide1.xml" Id="R8409e8fb3cfe4a52" /><Relationship Type="http://schemas.openxmlformats.org/officeDocument/2006/relationships/slide" Target="/ppt/slides/slide2.xml" Id="R090bbd2770f74b1f" /><Relationship Type="http://schemas.openxmlformats.org/officeDocument/2006/relationships/slide" Target="/ppt/slides/slide3.xml" Id="Rb6b19ac12ad6466b" /><Relationship Type="http://schemas.openxmlformats.org/officeDocument/2006/relationships/slide" Target="/ppt/slides/slide4.xml" Id="Rc10e10465e114478" /><Relationship Type="http://schemas.openxmlformats.org/officeDocument/2006/relationships/slide" Target="/ppt/slides/slide5.xml" Id="R80ba22cff2a3493c" /><Relationship Type="http://schemas.openxmlformats.org/officeDocument/2006/relationships/slide" Target="/ppt/slides/slide6.xml" Id="R9ef8a652094a4d2e" /><Relationship Type="http://schemas.openxmlformats.org/officeDocument/2006/relationships/slide" Target="/ppt/slides/slide7.xml" Id="R9d3b0fe539c94e94" /><Relationship Type="http://schemas.openxmlformats.org/officeDocument/2006/relationships/slide" Target="/ppt/slides/slide8.xml" Id="R47448a8212164b9b" /><Relationship Type="http://schemas.openxmlformats.org/officeDocument/2006/relationships/slide" Target="/ppt/slides/slide9.xml" Id="Ra35b7bfbefa1489d" /><Relationship Type="http://schemas.openxmlformats.org/officeDocument/2006/relationships/slide" Target="/ppt/slides/slide10.xml" Id="R79a063e4670340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76c65de0bf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94559077040de" /><Relationship Type="http://schemas.openxmlformats.org/officeDocument/2006/relationships/notesMaster" Target="/ppt/notesMasters/notesMaster1.xml" Id="R817f3498337f42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ec60b7937463a" /><Relationship Type="http://schemas.openxmlformats.org/officeDocument/2006/relationships/notesMaster" Target="/ppt/notesMasters/notesMaster1.xml" Id="R246f031ae071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225b4373674153" /><Relationship Type="http://schemas.openxmlformats.org/officeDocument/2006/relationships/notesMaster" Target="/ppt/notesMasters/notesMaster1.xml" Id="R8c7bc96e7c6146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515ead0164bad" /><Relationship Type="http://schemas.openxmlformats.org/officeDocument/2006/relationships/notesMaster" Target="/ppt/notesMasters/notesMaster1.xml" Id="R43533da311af4d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a971915b34c4c" /><Relationship Type="http://schemas.openxmlformats.org/officeDocument/2006/relationships/notesMaster" Target="/ppt/notesMasters/notesMaster1.xml" Id="R31ad2f893f80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ba224f78642fd" /><Relationship Type="http://schemas.openxmlformats.org/officeDocument/2006/relationships/notesMaster" Target="/ppt/notesMasters/notesMaster1.xml" Id="R7ef19bcc3ac54d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6343cf199b477d" /><Relationship Type="http://schemas.openxmlformats.org/officeDocument/2006/relationships/notesMaster" Target="/ppt/notesMasters/notesMaster1.xml" Id="Rbfdef38ba70247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17383a6a36489c" /><Relationship Type="http://schemas.openxmlformats.org/officeDocument/2006/relationships/notesMaster" Target="/ppt/notesMasters/notesMaster1.xml" Id="R08568bc054204b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d6aa6f28fb4d7a" /><Relationship Type="http://schemas.openxmlformats.org/officeDocument/2006/relationships/notesMaster" Target="/ppt/notesMasters/notesMaster1.xml" Id="R015a7a02108044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d45f11d360490e" /><Relationship Type="http://schemas.openxmlformats.org/officeDocument/2006/relationships/notesMaster" Target="/ppt/notesMasters/notesMaster1.xml" Id="R91f21b73f363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175749dc4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fd27afebe49b0" /><Relationship Type="http://schemas.openxmlformats.org/officeDocument/2006/relationships/slideLayout" Target="/ppt/slideLayouts/slideLayout1.xml" Id="R460a1876cec7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a1876cec7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806c991654e15" /><Relationship Type="http://schemas.openxmlformats.org/officeDocument/2006/relationships/image" Target="/ppt/media/image.png" Id="R1b6f98a7192d4883" /><Relationship Type="http://schemas.openxmlformats.org/officeDocument/2006/relationships/notesSlide" Target="/ppt/notesSlides/notesSlide1.xml" Id="R061f953b9c444c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f87b07b564ca4" /><Relationship Type="http://schemas.openxmlformats.org/officeDocument/2006/relationships/image" Target="/ppt/media/image2.png" Id="Rd28e834ce6824a06" /><Relationship Type="http://schemas.openxmlformats.org/officeDocument/2006/relationships/notesSlide" Target="/ppt/notesSlides/notesSlide2.xml" Id="Rce52d563f46f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85997429b47dc" /><Relationship Type="http://schemas.openxmlformats.org/officeDocument/2006/relationships/image" Target="/ppt/media/image3.png" Id="R11013e97c13c42cd" /><Relationship Type="http://schemas.openxmlformats.org/officeDocument/2006/relationships/notesSlide" Target="/ppt/notesSlides/notesSlide3.xml" Id="R3441e656eb80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3b70d74cf47f2" /><Relationship Type="http://schemas.openxmlformats.org/officeDocument/2006/relationships/image" Target="/ppt/media/image4.png" Id="R9453b763332d4d08" /><Relationship Type="http://schemas.openxmlformats.org/officeDocument/2006/relationships/notesSlide" Target="/ppt/notesSlides/notesSlide4.xml" Id="R3135a81bee0848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d000d082f4703" /><Relationship Type="http://schemas.openxmlformats.org/officeDocument/2006/relationships/image" Target="/ppt/media/image5.png" Id="R2e34f4bfbe554fed" /><Relationship Type="http://schemas.openxmlformats.org/officeDocument/2006/relationships/notesSlide" Target="/ppt/notesSlides/notesSlide5.xml" Id="R113d3653150b48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8929b1a974954" /><Relationship Type="http://schemas.openxmlformats.org/officeDocument/2006/relationships/image" Target="/ppt/media/image6.png" Id="Rc175062f38b24751" /><Relationship Type="http://schemas.openxmlformats.org/officeDocument/2006/relationships/notesSlide" Target="/ppt/notesSlides/notesSlide6.xml" Id="R9f3c05979506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4193125ca4c80" /><Relationship Type="http://schemas.openxmlformats.org/officeDocument/2006/relationships/image" Target="/ppt/media/image7.png" Id="Rf723da8b30354dd6" /><Relationship Type="http://schemas.openxmlformats.org/officeDocument/2006/relationships/notesSlide" Target="/ppt/notesSlides/notesSlide7.xml" Id="Ra4fd1e0d768e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972d96af64648" /><Relationship Type="http://schemas.openxmlformats.org/officeDocument/2006/relationships/image" Target="/ppt/media/image8.png" Id="R2959bfa60bb4402f" /><Relationship Type="http://schemas.openxmlformats.org/officeDocument/2006/relationships/notesSlide" Target="/ppt/notesSlides/notesSlide8.xml" Id="Rba60af57b24749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9ee140544832" /><Relationship Type="http://schemas.openxmlformats.org/officeDocument/2006/relationships/image" Target="/ppt/media/image9.png" Id="Re2d07328197b42cf" /><Relationship Type="http://schemas.openxmlformats.org/officeDocument/2006/relationships/notesSlide" Target="/ppt/notesSlides/notesSlide9.xml" Id="R87614532039d44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9664e82d449c1" /><Relationship Type="http://schemas.openxmlformats.org/officeDocument/2006/relationships/image" Target="/ppt/media/image10.png" Id="R94a780fa4ba94f5e" /><Relationship Type="http://schemas.openxmlformats.org/officeDocument/2006/relationships/notesSlide" Target="/ppt/notesSlides/notesSlide10.xml" Id="R3a4bf0310b064b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f98a7192d48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54CAC-F16F-4191-97D1-BB30E0E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F116A-6C6E-446E-A5FE-E8F058E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Title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C39C9-848D-47F8-B5B9-4A717F99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C68D2-D4C2-4840-BE10-0D07A9D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C1138-B66B-4927-8FD9-6E0FFD8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A8616-9D28-4320-9C4A-46A892EF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reusable</a:t>
            </a:r>
          </a:p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slide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70A91-5BF6-412F-82C5-D368943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Dark blue. Quiet contrast. Abstract visual space.</a:t>
            </a:r>
          </a:p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Editable in Google Slides.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22BB4-2CB4-429B-BA0F-B3BDBF2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Built first for BIS</a:t>
            </a:r>
          </a:p>
        </p:txBody>
      </p:sp>
    </p:spTree>
    <p:extLst>
      <p:ext uri="{BB962C8B-B14F-4D97-AF65-F5344CB8AC3E}">
        <p14:creationId xmlns:p14="http://schemas.microsoft.com/office/powerpoint/2010/main" val="31794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834ce6824a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DA342-2842-40FB-A726-61D6A70C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979A0-EF70-4F27-B17C-22B7A78B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Section 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B0074-901A-4D90-A006-7F310E7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96579-336F-418F-A9D9-B7ACDA9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327C0-19E2-4CF8-ACEF-7090351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FF1E7-4FBE-4C05-B998-76666A9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next</a:t>
            </a:r>
          </a:p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561BD-DDE9-4E5A-82D2-AA12AB70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layout to introduce a new chapter without adding a second visual system.</a:t>
            </a:r>
          </a:p>
        </p:txBody>
      </p:sp>
    </p:spTree>
    <p:extLst>
      <p:ext uri="{BB962C8B-B14F-4D97-AF65-F5344CB8AC3E}">
        <p14:creationId xmlns:p14="http://schemas.microsoft.com/office/powerpoint/2010/main" val="1307198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13e97c13c42c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A8F3A-A651-4B33-A0A7-E1620216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05908-7AAC-4BF2-802A-BCA79F46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B466E-FE6C-4785-8EF7-6E8B3AE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0E238-D2D6-4C19-9492-1952C1CA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3CE8E-B5A7-401C-9353-6D3FF56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Five concise stops are enough for a clear narrative.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5AE46-434D-4909-9BFF-2C7A4736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14D0E-858E-4B39-8459-87B80C7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66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CEA05-DAA4-479D-AC57-C44F11A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the audience needs to know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12A62-DAEF-4F56-B8EC-D5F5E2E2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4F020-3AFC-492C-A49A-07C73754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8FB11-AFC3-414D-B56D-6B7C799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FABB9-8563-40BE-BBC6-3C6B3DB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How the parts fit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7B75C-A063-4CE5-B569-771110D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BCAA3-DF94-4708-980B-BD77EB9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BC50E-3666-438B-8E15-BA8B5381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D648D-0E31-43DD-85F1-A287DE7D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changes for people using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43793-5BF8-454E-83D9-EC69BBA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2AE68-D30B-497F-8531-E2AFA236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A4E79-C4E5-4D20-A29B-268C05C7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AAFFE-4216-4B63-827A-791BDD5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choice and its tradeoffs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19D59-B850-446A-9164-8C583F3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4C6ED-AAA8-4C72-B684-5F88734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751FA-7496-4772-9083-9D33675B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CA9-1E82-454B-A4A6-66BA704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that 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72509-932E-42F8-9D6D-6265A05F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06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3b763332d4d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B944B-208C-4923-ADBB-FDA80E3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F6A9B-BD37-4525-9F4D-2153D0E5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Full-screen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56B2-C5EE-4B6C-B794-1078DA6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0FEB8-E6F8-45D4-8149-EFF4812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DB647-C4CB-4009-9F9B-52635335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Full-screen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BD427-9B2B-4117-B4E2-C3ECD5A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clear idea</a:t>
            </a:r>
          </a:p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can hold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A120E-AA53-49A8-B351-67FA3725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slide for a point of view, a decision, or a statement that needs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FE995-2F2F-4E9D-ADFD-577AE57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13488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4f4bfbe554f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03496-424E-4917-92F3-4FAB081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FE33-35C6-4C7F-A15C-41D5A77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content / right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BBCE4-4330-4A72-9EB1-AA7B885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210EB-9F74-4F0E-ACC8-14DA889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Content with a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288FB-A5CF-415F-B12B-D5AEBB2C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written explanation on the left and an interchangeable visual on the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BE86A-2905-4D15-881C-4B4663D8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Headline that explains the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1110E-F480-4F9D-A7A8-183BD3D1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two or three short paragraphs or a compact list. Keep the audience focused on one point and let the visual do a different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B8147-6A46-4B51-B8BC-A6BB0F57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476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BAF73-E023-4A5A-8DB2-3988117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86D3E-7F48-4862-8FA7-83FA5AF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Image, product capture, diagram,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72065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5062f38b247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314BE-3F99-476F-AF07-743D3B13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816E7-30BD-4100-9858-E84AA3B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Timeline /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1C12C-CEA2-4FD0-A3AC-669DC31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179BD-7628-46F0-ADC1-483D448A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simple progression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C0FF8-BAD5-4B10-96D4-60F4617F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moments communicate a process without a dense process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0E973-2CF7-4F48-BD08-7847E240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53ECA-5D4F-4750-9E0B-F7980C5F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6785A-B0F8-4A0A-91C9-713F0ED6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0EBEB-6288-4E75-B67C-0C75316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DB158-F946-4579-9736-9B08A9F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trigger or user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100D-034E-475B-8679-38B506E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F4FB8-D23B-44D9-B5D9-FE147E3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63D16-54E3-4EAC-85F7-4A57749B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F5D09-46E1-4F02-987B-7EABBE96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system selects a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1C482-E7CD-48B1-9CFC-57DD04F4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CE2B9-C898-4A60-A837-BAB4E0B9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F1F23-241B-4682-A574-0047A1D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B2D29-059E-475E-87E0-7B67BF0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becomes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BF835-F822-46D2-9460-552D63E8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43D5F-3826-4B1A-A3E4-AE6128D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932D1-1F7C-4958-A6D9-87B7BB1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A9BB7-4CFE-4DE7-BD49-79AA48C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outcome remains available</a:t>
            </a:r>
          </a:p>
        </p:txBody>
      </p:sp>
    </p:spTree>
    <p:extLst>
      <p:ext uri="{BB962C8B-B14F-4D97-AF65-F5344CB8AC3E}">
        <p14:creationId xmlns:p14="http://schemas.microsoft.com/office/powerpoint/2010/main" val="884469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3da8b30354d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3AB5D-1622-46AE-BFC4-2D17B571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275B1-576A-4A46-A53C-FC4B968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visual / right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62E5-69F8-4F88-BDEA-14C2AC0E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098A7-BB04-4D61-B555-F6D8EB86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Visual with supporting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4ACF9-0963-49B8-9E05-1F83336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Swap the visual orientation when the audience should meet evidence before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3ED01-54ED-418F-870F-DA5CD2BE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5720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2EF1-48FF-4DC1-A52C-330D97C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3C0A4-B264-42A6-B4D3-44142CBC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Diagram, screenshot, or abstract 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E8485-DC6F-4551-B586-30A91D8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precise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7BE68-A96A-4DF8-8B60-822631C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space for a short narrative. The visual earns attention first, then the copy explains what it means and why it matters.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CC55A-0C72-4259-ACEF-7E83D7D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Optional supporting note</a:t>
            </a:r>
          </a:p>
        </p:txBody>
      </p:sp>
    </p:spTree>
    <p:extLst>
      <p:ext uri="{BB962C8B-B14F-4D97-AF65-F5344CB8AC3E}">
        <p14:creationId xmlns:p14="http://schemas.microsoft.com/office/powerpoint/2010/main" val="1307642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9bfa60bb440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0383A-5000-4679-BDD3-1F7D9828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780C3-DDAD-4BDC-92CE-902420E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Capability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EA624-5AA1-47BB-B9D4-59EFF15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F62D9-2A79-4685-BA02-A7FDCD67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Capabilities at a glance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A3B1-453C-4726-96A2-C8B8849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editable slots for things the audience can compare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EF1DE-85F8-4DF4-B604-BDCC6B98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3BB90-46C4-4370-AF65-52FB90C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96625-1CAB-4A00-9880-70585B0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8ADE0-448A-44E5-82E8-A30E79BE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EE10D-12CE-4CD4-991B-804C067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Identity, access, and balances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542BD-05D9-4AC8-924F-68285BB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61C90-2F17-4DB3-8FFE-78A90CFF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B3914-A4C7-407F-8590-E87C845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84B28-843D-4A0A-877D-2E697062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F7A2-E060-470B-A20A-11E1588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Records that have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C4A6F-5389-4302-AC84-56AC816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AF3F5-39BF-4CD6-95D9-56EAA336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21A0A-CDEA-4B16-A157-3CD5FB0D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43CDC-D3D8-4086-9316-48B2085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81C25-481D-4D30-92A0-A30117D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Movement and confirmation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3404D-03F3-421C-B40A-E5356D2F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57DAE-342F-451C-A255-BC9692A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31B9E-FF8A-4B97-BB58-F46CD0F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84F88-83DD-49E8-BCFE-369F5AB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1AC0E-5AAE-4928-897A-7AA0A8D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A clear trail of activity</a:t>
            </a:r>
          </a:p>
        </p:txBody>
      </p:sp>
    </p:spTree>
    <p:extLst>
      <p:ext uri="{BB962C8B-B14F-4D97-AF65-F5344CB8AC3E}">
        <p14:creationId xmlns:p14="http://schemas.microsoft.com/office/powerpoint/2010/main" val="195468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07328197b42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C960-D0F3-40A5-96BE-481BEC5C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7266F-AD8D-4D9E-B559-99B974C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System architecture / integration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C2116-09CF-4AD2-9D41-0DC4DED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F2E53-8B26-4FD2-8FBC-B8D4198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clear system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8276A-4E95-4016-A6F0-6F38AEFA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An editable architecture pattern for BIS and its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294C9-63A0-4C3C-B946-092BC88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57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4EABF-7F21-445A-BB8A-9E577108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622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90CDC-A6F0-4519-A222-E40ABC2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4F8FF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7CE62-9A73-4053-A894-9E1B22C8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162D7-9BC5-40E0-A7D0-8A01F23B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EDEEF-F804-4EF1-94CC-57596D35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67250"/>
            <a:ext cx="2571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F0ACB-9D80-4A9A-8C40-A4E7AE4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4633-9DA9-45A4-AA17-67BFC112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4EEC1-7A9E-480F-B3DE-B7B8478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C6D80-D0EF-4B83-8836-6F87E70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83D14-735A-4F4F-9B59-1DE8F7F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9EA45-CDA4-4193-9437-2D555CB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33725" y="2762250"/>
            <a:ext cx="1676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81875" y="2762250"/>
            <a:ext cx="166687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886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288821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780fa4ba94f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45D8-7A0F-4355-BFF7-C8B8DF8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E2DB3-D751-4997-ACB9-D081D1D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Comparison / decision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D0672-A877-4432-8EF4-5DD8E7FA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9B97A-D520-425B-BF25-D4B9DE17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decision in plain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4E665-E576-48B9-81FE-3D882A5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native editable table for comparing choices without visual noise.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064895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2238"/>
                <a:gridCol w="2662238"/>
                <a:gridCol w="2662238"/>
                <a:gridCol w="2662238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Tradeoff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Fast learning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Limited coverage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Use now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Broad coverage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More effort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Consider later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C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Specific edge case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Narrow value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Do not use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07B68-D96C-4448-A9A6-A5B2921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Replace the examples with your actual options. Keep the decision column direct.</a:t>
            </a:r>
          </a:p>
        </p:txBody>
      </p:sp>
    </p:spTree>
    <p:extLst>
      <p:ext uri="{BB962C8B-B14F-4D97-AF65-F5344CB8AC3E}">
        <p14:creationId xmlns:p14="http://schemas.microsoft.com/office/powerpoint/2010/main" val="1029061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2026-09-15T09:05:58.8900000Z</dcterms:created>
  <dcterms:modified xsi:type="dcterms:W3CDTF">2026-09-15T09:05:58.8900000Z</dcterms:modified>
</coreProperties>
</file>
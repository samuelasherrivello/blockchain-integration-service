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13c31071be45a6" /><Relationship Type="http://schemas.openxmlformats.org/officeDocument/2006/relationships/extended-properties" Target="/docProps/app.xml" Id="R3b3043099c054044" /><Relationship Type="http://schemas.openxmlformats.org/officeDocument/2006/relationships/officeDocument" Target="/ppt/presentation.xml" Id="R4795e99fe4f44e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06173ebe4e4a20"/>
  </p:sldMasterIdLst>
  <p:notesMasterIdLst>
    <p:notesMasterId xmlns:r="http://schemas.openxmlformats.org/officeDocument/2006/relationships" r:id="Rbf76375204d94e74"/>
  </p:notesMasterIdLst>
  <p:sldIdLst>
    <p:sldId xmlns:r="http://schemas.openxmlformats.org/officeDocument/2006/relationships" id="256" r:id="R3ac5448fb5f94749"/>
    <p:sldId xmlns:r="http://schemas.openxmlformats.org/officeDocument/2006/relationships" id="257" r:id="Ree77b2635914430c"/>
    <p:sldId xmlns:r="http://schemas.openxmlformats.org/officeDocument/2006/relationships" id="258" r:id="R3b29a10ac9ac4bd2"/>
    <p:sldId xmlns:r="http://schemas.openxmlformats.org/officeDocument/2006/relationships" id="259" r:id="Rc8f077d7723342c3"/>
    <p:sldId xmlns:r="http://schemas.openxmlformats.org/officeDocument/2006/relationships" id="260" r:id="Raec1b338a2934f6f"/>
    <p:sldId xmlns:r="http://schemas.openxmlformats.org/officeDocument/2006/relationships" id="261" r:id="R2e7b0072a67c4ff2"/>
    <p:sldId xmlns:r="http://schemas.openxmlformats.org/officeDocument/2006/relationships" id="262" r:id="R3a96e37197e7417f"/>
    <p:sldId xmlns:r="http://schemas.openxmlformats.org/officeDocument/2006/relationships" id="263" r:id="Rab840ff25c1d4c60"/>
    <p:sldId xmlns:r="http://schemas.openxmlformats.org/officeDocument/2006/relationships" id="264" r:id="R62edb88947c74685"/>
    <p:sldId xmlns:r="http://schemas.openxmlformats.org/officeDocument/2006/relationships" id="265" r:id="R2c02f7b8a58d42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4b6ee30504f15" /><Relationship Type="http://schemas.openxmlformats.org/officeDocument/2006/relationships/slideMaster" Target="/ppt/slideMasters/slideMaster1.xml" Id="R8206173ebe4e4a20" /><Relationship Type="http://schemas.openxmlformats.org/officeDocument/2006/relationships/notesMaster" Target="/ppt/notesMasters/notesMaster1.xml" Id="Rbf76375204d94e74" /><Relationship Type="http://schemas.openxmlformats.org/officeDocument/2006/relationships/presProps" Target="/ppt/presProps.xml" Id="R7eee45618542454a" /><Relationship Type="http://schemas.openxmlformats.org/officeDocument/2006/relationships/tableStyles" Target="/ppt/tableStyles.xml" Id="Rf343de12f6d9466d" /><Relationship Type="http://schemas.openxmlformats.org/officeDocument/2006/relationships/slide" Target="/ppt/slides/slide1.xml" Id="R3ac5448fb5f94749" /><Relationship Type="http://schemas.openxmlformats.org/officeDocument/2006/relationships/slide" Target="/ppt/slides/slide2.xml" Id="Ree77b2635914430c" /><Relationship Type="http://schemas.openxmlformats.org/officeDocument/2006/relationships/slide" Target="/ppt/slides/slide3.xml" Id="R3b29a10ac9ac4bd2" /><Relationship Type="http://schemas.openxmlformats.org/officeDocument/2006/relationships/slide" Target="/ppt/slides/slide4.xml" Id="Rc8f077d7723342c3" /><Relationship Type="http://schemas.openxmlformats.org/officeDocument/2006/relationships/slide" Target="/ppt/slides/slide5.xml" Id="Raec1b338a2934f6f" /><Relationship Type="http://schemas.openxmlformats.org/officeDocument/2006/relationships/slide" Target="/ppt/slides/slide6.xml" Id="R2e7b0072a67c4ff2" /><Relationship Type="http://schemas.openxmlformats.org/officeDocument/2006/relationships/slide" Target="/ppt/slides/slide7.xml" Id="R3a96e37197e7417f" /><Relationship Type="http://schemas.openxmlformats.org/officeDocument/2006/relationships/slide" Target="/ppt/slides/slide8.xml" Id="Rab840ff25c1d4c60" /><Relationship Type="http://schemas.openxmlformats.org/officeDocument/2006/relationships/slide" Target="/ppt/slides/slide9.xml" Id="R62edb88947c74685" /><Relationship Type="http://schemas.openxmlformats.org/officeDocument/2006/relationships/slide" Target="/ppt/slides/slide10.xml" Id="R2c02f7b8a58d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3c0e27883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145521e1c43b6" /><Relationship Type="http://schemas.openxmlformats.org/officeDocument/2006/relationships/notesMaster" Target="/ppt/notesMasters/notesMaster1.xml" Id="Rd165cbd16dbb4c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dcd261fff1438b" /><Relationship Type="http://schemas.openxmlformats.org/officeDocument/2006/relationships/notesMaster" Target="/ppt/notesMasters/notesMaster1.xml" Id="Rcb107207e721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164aed7fbe4e1a" /><Relationship Type="http://schemas.openxmlformats.org/officeDocument/2006/relationships/notesMaster" Target="/ppt/notesMasters/notesMaster1.xml" Id="Rc75bee5ba7b4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e534dd2464034" /><Relationship Type="http://schemas.openxmlformats.org/officeDocument/2006/relationships/notesMaster" Target="/ppt/notesMasters/notesMaster1.xml" Id="R0e834ba52a204a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cea2340ccf48d3" /><Relationship Type="http://schemas.openxmlformats.org/officeDocument/2006/relationships/notesMaster" Target="/ppt/notesMasters/notesMaster1.xml" Id="R635f434dfcea4f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c7edde32ec4e24" /><Relationship Type="http://schemas.openxmlformats.org/officeDocument/2006/relationships/notesMaster" Target="/ppt/notesMasters/notesMaster1.xml" Id="R0a4d5427902a48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303dc4fdfe4e30" /><Relationship Type="http://schemas.openxmlformats.org/officeDocument/2006/relationships/notesMaster" Target="/ppt/notesMasters/notesMaster1.xml" Id="Rd5778479c9714f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0c5fb1972d4593" /><Relationship Type="http://schemas.openxmlformats.org/officeDocument/2006/relationships/notesMaster" Target="/ppt/notesMasters/notesMaster1.xml" Id="Ra11a2b36c1fc4e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76b53e44184f30" /><Relationship Type="http://schemas.openxmlformats.org/officeDocument/2006/relationships/notesMaster" Target="/ppt/notesMasters/notesMaster1.xml" Id="Race3ddaa1f1c42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cd905ce3ae4d75" /><Relationship Type="http://schemas.openxmlformats.org/officeDocument/2006/relationships/notesMaster" Target="/ppt/notesMasters/notesMaster1.xml" Id="R18f73fcfe089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64ce4607b4a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c08522d0ec4714" /><Relationship Type="http://schemas.openxmlformats.org/officeDocument/2006/relationships/slideLayout" Target="/ppt/slideLayouts/slideLayout1.xml" Id="R0af2d50fbbee41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2d50fbbee41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4edb9064d4784" /><Relationship Type="http://schemas.openxmlformats.org/officeDocument/2006/relationships/image" Target="/ppt/media/image.png" Id="R53b7322447bf4c89" /><Relationship Type="http://schemas.openxmlformats.org/officeDocument/2006/relationships/notesSlide" Target="/ppt/notesSlides/notesSlide1.xml" Id="R5eb870fa766c46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4633aae2445a6" /><Relationship Type="http://schemas.openxmlformats.org/officeDocument/2006/relationships/image" Target="/ppt/media/image2.png" Id="R86db6b80a0bc4caa" /><Relationship Type="http://schemas.openxmlformats.org/officeDocument/2006/relationships/notesSlide" Target="/ppt/notesSlides/notesSlide2.xml" Id="Rbd176572df9d4d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f4fd2be2d4701" /><Relationship Type="http://schemas.openxmlformats.org/officeDocument/2006/relationships/image" Target="/ppt/media/image3.png" Id="R1a67afacb35e48bf" /><Relationship Type="http://schemas.openxmlformats.org/officeDocument/2006/relationships/notesSlide" Target="/ppt/notesSlides/notesSlide3.xml" Id="R028a70e002ba48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8998c03604510" /><Relationship Type="http://schemas.openxmlformats.org/officeDocument/2006/relationships/image" Target="/ppt/media/image4.png" Id="Rc80ba0a824d24c22" /><Relationship Type="http://schemas.openxmlformats.org/officeDocument/2006/relationships/notesSlide" Target="/ppt/notesSlides/notesSlide4.xml" Id="Rddf70a47a6b944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2a0b28b5d44fc" /><Relationship Type="http://schemas.openxmlformats.org/officeDocument/2006/relationships/image" Target="/ppt/media/image5.png" Id="R6252075bba81453e" /><Relationship Type="http://schemas.openxmlformats.org/officeDocument/2006/relationships/notesSlide" Target="/ppt/notesSlides/notesSlide5.xml" Id="R69c1c77e8516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a50bae9134a78" /><Relationship Type="http://schemas.openxmlformats.org/officeDocument/2006/relationships/image" Target="/ppt/media/image6.png" Id="Rc740ca8e2003430f" /><Relationship Type="http://schemas.openxmlformats.org/officeDocument/2006/relationships/notesSlide" Target="/ppt/notesSlides/notesSlide6.xml" Id="Reed9cd6602ed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1377b97104462" /><Relationship Type="http://schemas.openxmlformats.org/officeDocument/2006/relationships/image" Target="/ppt/media/image7.png" Id="R1639bdb105784667" /><Relationship Type="http://schemas.openxmlformats.org/officeDocument/2006/relationships/notesSlide" Target="/ppt/notesSlides/notesSlide7.xml" Id="R8c8c34e6d02d4d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7311453194a55" /><Relationship Type="http://schemas.openxmlformats.org/officeDocument/2006/relationships/image" Target="/ppt/media/image8.png" Id="Reb1173701cf84d1c" /><Relationship Type="http://schemas.openxmlformats.org/officeDocument/2006/relationships/notesSlide" Target="/ppt/notesSlides/notesSlide8.xml" Id="R944fd1ff5daf4d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4a55460504552" /><Relationship Type="http://schemas.openxmlformats.org/officeDocument/2006/relationships/image" Target="/ppt/media/image9.png" Id="R40d5442cebd2483d" /><Relationship Type="http://schemas.openxmlformats.org/officeDocument/2006/relationships/notesSlide" Target="/ppt/notesSlides/notesSlide9.xml" Id="Ra8ae233e02994d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5b92b65b048f3" /><Relationship Type="http://schemas.openxmlformats.org/officeDocument/2006/relationships/image" Target="/ppt/media/image10.png" Id="R9ea8385608334541" /><Relationship Type="http://schemas.openxmlformats.org/officeDocument/2006/relationships/notesSlide" Target="/ppt/notesSlides/notesSlide10.xml" Id="R6cb6630991404e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7322447bf4c8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4F225-FE80-4DCE-9177-6F7DC0FD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98606-FAFA-4DCB-B7C6-A3220E3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Title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752E-32D7-4B88-86F0-82D0EAC0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31A91-D008-4A15-8AE5-36748261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2F4B1-350D-4FD9-8478-5EB32D1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1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DED18-B536-4194-BE35-A60263D0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reusable</a:t>
            </a:r>
          </a:p>
          <a:p xmlns:a="http://schemas.openxmlformats.org/drawingml/2006/main">
            <a:pPr>
              <a:defRPr sz="43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slide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3B503-C25F-4858-A9DD-250C3FEC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Dark blue. Quiet contrast. Abstract visual space.</a:t>
            </a:r>
          </a:p>
          <a:p xmlns:a="http://schemas.openxmlformats.org/drawingml/2006/main">
            <a:pPr>
              <a:defRPr sz="16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4C7E4"/>
                </a:solidFill>
                <a:latin typeface="Arial"/>
                <a:ea typeface="Arial"/>
                <a:cs typeface="Arial"/>
              </a:rPr>
              <a:t>Editable in Google Slides.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E9378-1B74-4ACF-8CE7-F201AFB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Built first for BIS</a:t>
            </a:r>
          </a:p>
        </p:txBody>
      </p:sp>
    </p:spTree>
    <p:extLst>
      <p:ext uri="{BB962C8B-B14F-4D97-AF65-F5344CB8AC3E}">
        <p14:creationId xmlns:p14="http://schemas.microsoft.com/office/powerpoint/2010/main" val="1847487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b6b80a0bc4c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9233A-7F59-412F-81D7-891C7C28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D3C38-E748-48CB-8660-49B7ADB0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Section title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E2EC8-1881-4C5F-A4B3-8A98BE08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FD6AC-51F5-4091-9A06-06F8A7E1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666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6AEBD-8C35-433B-A50C-F41B533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EA417-E9A5-43C8-AB01-87007ED0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next</a:t>
            </a:r>
          </a:p>
          <a:p xmlns:a="http://schemas.openxmlformats.org/drawingml/2006/main">
            <a:pPr>
              <a:defRPr sz="4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43596-111B-4751-84D7-4BF24AC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layout to introduce a new chapter without adding a second visual system.</a:t>
            </a:r>
          </a:p>
        </p:txBody>
      </p:sp>
    </p:spTree>
    <p:extLst>
      <p:ext uri="{BB962C8B-B14F-4D97-AF65-F5344CB8AC3E}">
        <p14:creationId xmlns:p14="http://schemas.microsoft.com/office/powerpoint/2010/main" val="1166746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7afacb35e48b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B330E-E8DE-42D2-9FA5-1633BE90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1F7E-B841-4849-9290-408B720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45DD3-A7E3-4602-86E1-FA35360D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3F2C7-B382-41B9-9CFA-33F4EA1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574AD-4243-445F-9E16-7881C3A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Five concise stops are enough for a clear narrative.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A1600-4FA0-47F7-AD2A-D55976D5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7198F-2A46-4432-A08F-FCEE5E13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66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648F8-0FE8-42E0-BB7D-45D39918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the audience needs to know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4D7AE-FA89-48C7-BEC9-12A18BD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E767D-EFBC-47EB-A50B-6556D1B5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794D2-C699-4193-8E06-E5DAFBF6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93AA0-E910-4D0C-BBA0-AA33BD9B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How the parts fit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20356-8BD2-476A-92FB-7552C238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8D8AE-F1A1-4CF7-AE70-D7977FD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2EDA5-B1FA-402C-98BF-9121697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84DEB-6852-41AE-8864-874C45B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What changes for people using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A270D-0DDF-4106-B127-08016CC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40249-C3BE-4ECC-907A-ACD10C40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173E2-3B95-4951-A7D9-94C5478D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ED1A4-CA32-4108-9C23-AF432380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choice and its tradeoffs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48F48-2D5E-4E33-A70C-9C2DF499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760A0-8B30-495C-8C4B-B412A772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370FB-D624-4B6E-A499-193AD13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45F85-AB3C-4EC9-B767-2F124F11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292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that follows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7E4D6-7535-4840-892B-0C40AF5E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1775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ba0a824d24c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D1171-BC04-45A8-8C59-F3CA7BFE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1391A-F3D1-4DC8-96E5-872E471C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Full-screen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8318E-D123-4294-A9DE-C61E119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4CBF8-0708-4B25-A790-85B7C85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A34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3353C-078A-4D47-9CAF-AB2ADC9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Full-screen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4E5AC-0306-4E3E-9404-088B18BC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One clear idea</a:t>
            </a:r>
          </a:p>
          <a:p xmlns:a="http://schemas.openxmlformats.org/drawingml/2006/main">
            <a:pPr>
              <a:defRPr sz="41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can hold the room.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2EE0-CB7D-4E76-8BA4-EE2778D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slide for a point of view, a decision, or a statement that needs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C688F-454E-48AD-A8B4-8E20448B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36371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2075bba8145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4C895-011A-46A5-8BF0-E915B2F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B6F49-75B5-4ABC-AE15-F07164EE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content / right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1DB17-17E7-4ED6-ACC7-9246856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A4D46-448D-41FF-B488-8477F121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Content with a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C98D0-F471-495C-AB88-56F5BCB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written explanation on the left and an interchangeable visual on the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64142-B278-458A-A17E-34A04604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Headline that explains the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FC904-2CDB-4F35-BDEE-E440A249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two or three short paragraphs or a compact list. Keep the audience focused on one point and let the visual do a different job.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2983E-B862-4375-83B9-4E95653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476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A77A3-5D2C-423E-800D-487D912D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8629B-EF34-48DB-83C4-B91F76B3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Image, product capture, diagram,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1853752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0ca8e200343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7BDE7-D891-4F6A-B843-E4FB3CD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FC45B-4E32-476C-ADB3-E35C7923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Timeline /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88BBD-0B0F-4863-8A29-C6EF475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A7A86-8E0C-469B-B162-C0133319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simple progression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54865-7D0D-4B41-A307-3821FAC0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moments communicate a process without a dense process 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59137-215A-46F3-9334-58D9B7AB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38550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F59A3-E61E-4594-915B-84406BCE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7B8F2-BC07-44DD-A272-E693E53A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E300C-C17E-471C-B5C1-66549E91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B7B1-8DB4-4EC0-9BAF-E08F9DC4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trigger or user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A5569-AD45-46CD-AB83-E9F276BF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CA64E-8258-4A67-BB62-670102E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83DF-B119-4B39-9FF8-BD5EEF3E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74190-9AC6-4DAF-A4EB-D4EAB5AA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system selects a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E53EE-C2F9-47AD-9C5F-FF11F8B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8E4E9-D512-4A09-8145-40BDEFE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4B05D-3016-461D-9E9E-482A274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FC04A-D016-471A-90B5-AA24BE13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work becomes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E62C5-9B98-4F76-B286-8370A30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19050">
            <a:solidFill>
              <a:srgbClr val="5A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6FCCD-D4E4-4E3B-B29B-85CFC12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337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A9C99-A804-4ADB-BF0B-16CF1B17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386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F1860-A171-4990-B47C-D21D903C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1010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The outcome remains available</a:t>
            </a:r>
          </a:p>
        </p:txBody>
      </p:sp>
    </p:spTree>
    <p:extLst>
      <p:ext uri="{BB962C8B-B14F-4D97-AF65-F5344CB8AC3E}">
        <p14:creationId xmlns:p14="http://schemas.microsoft.com/office/powerpoint/2010/main" val="994014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9bdb1057846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0D00F-0214-4328-8FA1-ED06E5B8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8DA40-8305-42A7-AD55-2F496B7C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Left visual / right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F1FEC-88B2-43B4-81FE-049C8F9F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FBCA8-13D1-4C42-A9B2-4D356D54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Visual with supporting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9EA6C-E6A8-43F8-8D62-1579D5F3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Swap the visual orientation when the audience should meet evidence before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6D45F-23EE-4D91-B031-C6D6AD70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5720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49EFE-22EC-4819-A301-A846EDD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Replace with 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D3F53-33B6-4F5C-98AA-E23032C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4C7E4"/>
                </a:solidFill>
                <a:latin typeface="Arial"/>
                <a:ea typeface="Arial"/>
                <a:cs typeface="Arial"/>
              </a:rPr>
              <a:t>Diagram, screenshot, or abstract 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1E632-1831-4EDB-888E-324059A6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precise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A7CE0-C9CB-419D-9B5A-68B67B96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Use this space for a short narrative. The visual earns attention first, then the copy explains what it means and why it matters.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72B61-EA96-4026-BB3F-8D7CD9A0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AD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AD7FF"/>
                </a:solidFill>
                <a:latin typeface="Arial"/>
                <a:ea typeface="Arial"/>
                <a:cs typeface="Arial"/>
              </a:rPr>
              <a:t>Optional supporting note</a:t>
            </a:r>
          </a:p>
        </p:txBody>
      </p:sp>
    </p:spTree>
    <p:extLst>
      <p:ext uri="{BB962C8B-B14F-4D97-AF65-F5344CB8AC3E}">
        <p14:creationId xmlns:p14="http://schemas.microsoft.com/office/powerpoint/2010/main" val="956579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173701cf84d1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2BB40-2DA1-415E-B1CC-1A10DD0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8DC4E-FEC1-4958-BE0E-11BBCA1D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Capability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A8D89-1CD5-4261-B741-A13A5C3E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9959C-1448-476C-A34C-251E5928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Capabilities at a glance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30D96-19D2-4307-A2B4-CF2FD17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Four editable slots for things the audience can compare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497A6-2EFE-4588-A3BF-536307E4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E6E93-FB2F-4B1A-81C5-41AADF8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2F62E-D9B6-4E6C-B4D1-418EA2F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56EA5-7DD4-457B-901D-AF4EB3A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E497E-0E66-4A37-B8AE-642EA17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Identity, access, and balances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1DC16-5C0D-4A9C-8A48-B5C6A52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45D34-3885-44AE-BAB5-63D195D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574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4154E-92ED-49AE-A996-1DC8E2DE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574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6271B-B066-455A-9FC1-BDBDC74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F6816-2385-482E-8EFD-0FAE0C81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Records that have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6858B-B5CD-48E1-9A26-C6D168B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79AA8-0F78-4E10-A9BB-9150B8B4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018A6-92A7-46CE-A189-097C0F0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90286-B79E-4686-9F3D-66024A31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7ABA6-B997-4528-A15F-DCD7DB73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Movement and confirmation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C17DA-B7CA-4C33-800E-F99A0E2E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528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930F8-2BCD-4693-A646-BAAB67B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9C6E8-B99B-4CDE-BA4D-8827EE04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481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70772-EAD1-489F-B9BA-2D9AD752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88CD6-ED90-41E0-8472-47FF453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A clear trail of activity</a:t>
            </a:r>
          </a:p>
        </p:txBody>
      </p:sp>
    </p:spTree>
    <p:extLst>
      <p:ext uri="{BB962C8B-B14F-4D97-AF65-F5344CB8AC3E}">
        <p14:creationId xmlns:p14="http://schemas.microsoft.com/office/powerpoint/2010/main" val="1751495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5442cebd248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793A2-7888-4062-895D-7166571E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C0C66-271A-4436-9EAF-6EE28376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System architecture / integration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F5DAD-494D-4B7A-A2AB-ED5D5BA4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31978-DFC6-4BFB-87D3-AE199D4B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clear system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97DB2-E33A-42E6-8D15-E55ED62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An editable architecture pattern for BIS and its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61E19-245A-466F-A3F7-9178F323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257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287BFF"/>
          </a:solidFill>
          <a:ln xmlns:a="http://schemas.openxmlformats.org/drawingml/2006/main" w="9525">
            <a:solidFill>
              <a:srgbClr val="5A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94143-F095-4718-BCC6-B247D1F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622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5BE46-CB0C-4FEB-9738-51780189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71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4F8FF"/>
                </a:solidFill>
                <a:latin typeface="Arial"/>
                <a:ea typeface="Arial"/>
                <a:cs typeface="Arial"/>
              </a:rPr>
              <a:t>Shared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DE6F1-1510-46DA-9209-0467A89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7D1CE-C3C8-41B3-9840-D126456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333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A32BD-0D1D-4A81-AA79-78C2858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67250"/>
            <a:ext cx="2571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547"/>
          </a:solidFill>
          <a:ln xmlns:a="http://schemas.openxmlformats.org/drawingml/2006/main" w="9525">
            <a:solidFill>
              <a:srgbClr val="3151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9A0BD-9A74-4650-9C9A-763143F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7365B-5FB0-4B00-924B-566E3258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75D74-7EE1-4DC9-BF8E-A65A42EF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FC4FC-1E2A-47DA-AA1F-46DBD96A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479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E6013-55C8-4F7B-8858-850F822A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57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20747-AEF9-448E-BB8A-ECE12E9F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4C7E4"/>
                </a:solidFill>
                <a:latin typeface="Arial"/>
                <a:ea typeface="Arial"/>
                <a:cs typeface="Arial"/>
              </a:rPr>
              <a:t>Player experience</a:t>
            </a:r>
          </a:p>
        </p:txBody>
      </p: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33725" y="2762250"/>
            <a:ext cx="167640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381875" y="2762250"/>
            <a:ext cx="1666875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8862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A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20436027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83856083345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591A9-D0E2-4517-8714-CE493CD5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RMC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ACD43-3A95-4409-B8F7-B7843B5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Comparison / decision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4937-5CB6-41BE-A434-6A152429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4C7E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61294-7CD7-4AA1-A8E4-5005550E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F"/>
                </a:solidFill>
                <a:latin typeface="Arial"/>
                <a:ea typeface="Arial"/>
                <a:cs typeface="Arial"/>
              </a:rPr>
              <a:t>A decision in plain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73899-D538-4EF6-A9CA-AA13AC7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7E4"/>
                </a:solidFill>
                <a:latin typeface="Arial"/>
                <a:ea typeface="Arial"/>
                <a:cs typeface="Arial"/>
              </a:rPr>
              <a:t>A native editable table for comparing choices without visual noise.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064895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2238"/>
                <a:gridCol w="2662238"/>
                <a:gridCol w="2662238"/>
                <a:gridCol w="2662238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Best for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Tradeoff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287B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Fast learning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Limited coverage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Use now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Broad coverage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More effort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Consider later</a:t>
                      </a:r>
                    </a:p>
                  </a:txBody>
                  <a:tcPr marL="91440" marR="91440" marT="45720" marB="45720">
                    <a:solidFill>
                      <a:srgbClr val="102B5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Option C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Specific edge case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F4F8FF"/>
                          </a:solidFill>
                          <a:latin typeface="Arial"/>
                          <a:ea typeface="Arial"/>
                          <a:cs typeface="Arial"/>
                        </a:rPr>
                        <a:t>Narrow value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AD7FF"/>
                          </a:solidFill>
                          <a:latin typeface="Arial"/>
                          <a:ea typeface="Arial"/>
                          <a:cs typeface="Arial"/>
                        </a:rPr>
                        <a:t>Do not use</a:t>
                      </a:r>
                    </a:p>
                  </a:txBody>
                  <a:tcPr marL="91440" marR="91440" marT="45720" marB="45720">
                    <a:solidFill>
                      <a:srgbClr val="0C254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DA92E-2F15-416E-AC08-FC9754AF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4C7E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4C7E4"/>
                </a:solidFill>
                <a:latin typeface="Arial"/>
                <a:ea typeface="Arial"/>
                <a:cs typeface="Arial"/>
              </a:rPr>
              <a:t>Replace the examples with your actual options. Keep the decision column direct.</a:t>
            </a:r>
          </a:p>
        </p:txBody>
      </p:sp>
    </p:spTree>
    <p:extLst>
      <p:ext uri="{BB962C8B-B14F-4D97-AF65-F5344CB8AC3E}">
        <p14:creationId xmlns:p14="http://schemas.microsoft.com/office/powerpoint/2010/main" val="15419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2026-09-15T09:07:12.2660000Z</dcterms:created>
  <dcterms:modified xsi:type="dcterms:W3CDTF">2026-09-15T09:07:12.2660000Z</dcterms:modified>
</coreProperties>
</file>
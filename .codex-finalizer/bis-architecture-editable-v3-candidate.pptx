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255ca4368e44e4" /><Relationship Type="http://schemas.openxmlformats.org/officeDocument/2006/relationships/extended-properties" Target="/docProps/app.xml" Id="R57f68c8cdda740a7" /><Relationship Type="http://schemas.openxmlformats.org/officeDocument/2006/relationships/officeDocument" Target="/ppt/presentation.xml" Id="Re0b3dd15d3f941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672f651e4d44af"/>
  </p:sldMasterIdLst>
  <p:notesMasterIdLst>
    <p:notesMasterId xmlns:r="http://schemas.openxmlformats.org/officeDocument/2006/relationships" r:id="R56f041f848af4ada"/>
  </p:notesMasterIdLst>
  <p:sldIdLst>
    <p:sldId xmlns:r="http://schemas.openxmlformats.org/officeDocument/2006/relationships" id="256" r:id="R4bae95ab4ce54f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cec2190e084ffb" /><Relationship Type="http://schemas.openxmlformats.org/officeDocument/2006/relationships/slideMaster" Target="/ppt/slideMasters/slideMaster1.xml" Id="R31672f651e4d44af" /><Relationship Type="http://schemas.openxmlformats.org/officeDocument/2006/relationships/notesMaster" Target="/ppt/notesMasters/notesMaster1.xml" Id="R56f041f848af4ada" /><Relationship Type="http://schemas.openxmlformats.org/officeDocument/2006/relationships/presProps" Target="/ppt/presProps.xml" Id="R11411d27ae0a452c" /><Relationship Type="http://schemas.openxmlformats.org/officeDocument/2006/relationships/tableStyles" Target="/ppt/tableStyles.xml" Id="R588e08101d104c7e" /><Relationship Type="http://schemas.openxmlformats.org/officeDocument/2006/relationships/slide" Target="/ppt/slides/slide1.xml" Id="R4bae95ab4ce54f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b4d5257a2047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557b0203104f67" /><Relationship Type="http://schemas.openxmlformats.org/officeDocument/2006/relationships/notesMaster" Target="/ppt/notesMasters/notesMaster1.xml" Id="R54860bc5cf7142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labels and relationships derived from the BIS repository, including the AdminPanel, MarketplacePanel, marketplace App, and treasure-session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6aca0e8b745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e56114af2f4b23" /><Relationship Type="http://schemas.openxmlformats.org/officeDocument/2006/relationships/slideLayout" Target="/ppt/slideLayouts/slideLayout1.xml" Id="Rd66bf9dd906e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6bf9dd906e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3d5f690db4202" /><Relationship Type="http://schemas.openxmlformats.org/officeDocument/2006/relationships/notesSlide" Target="/ppt/notesSlides/notesSlide1.xml" Id="R72a876ff1ae044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577796-FD08-4002-8969-EBDEEEC5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0550"/>
            <a:ext cx="3295650" cy="56578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7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482D4-554B-49F2-B2A4-734C2D6A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0550"/>
            <a:ext cx="32956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73E67"/>
          </a:solidFill>
          <a:ln xmlns:a="http://schemas.openxmlformats.org/drawingml/2006/main" w="9525">
            <a:solidFill>
              <a:srgbClr val="173E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E8B76-1651-4FA0-9B10-14708452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Account / Wallet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41F34-26FF-46A9-9AD7-8D919684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A6B16-F3F9-4F64-9A2B-4252513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44538-D4EF-48C2-A5BD-32EB81B3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84AFF-D1AC-43CB-9779-5790CB75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Transaction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4728D-1E99-4066-A713-3E44CB4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0550"/>
            <a:ext cx="2362200" cy="56578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393A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CBFEC-D376-4750-A54A-2FE52855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0550"/>
            <a:ext cx="23622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536779"/>
          </a:solidFill>
          <a:ln xmlns:a="http://schemas.openxmlformats.org/drawingml/2006/main" w="9525">
            <a:solidFill>
              <a:srgbClr val="5367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4ED8A-1962-4F16-AA6D-AC9B8CEC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1450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A4. Account Dialog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06153-A0FC-496D-BBDB-7E6E22FE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5752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C1. Mint Asset &amp; Send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3C880-AB42-473B-92B8-FB29B106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005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G2. LTO Treasure Chest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79343-ED5F-4715-B491-D42F95A1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2362200" cy="56578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9FA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4FFB0-BD5C-41A3-9B10-4AB7FEB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23622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296E72"/>
          </a:solidFill>
          <a:ln xmlns:a="http://schemas.openxmlformats.org/drawingml/2006/main" w="9525">
            <a:solidFill>
              <a:srgbClr val="296E7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BADB8-1BE4-4E0B-B0CA-9B2B2FA6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1450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Stealth &amp; Steel catalog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99ED3-0D90-4754-9429-A51E9312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Game Wallet Login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F6A1F-57CC-42CE-848C-C32760A2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005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Verified game-wallet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25E6F-46D5-457E-92A2-C6858471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"/>
            <a:ext cx="2400300" cy="56578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85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654D6-2799-4270-9FF0-7E5231E8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"/>
            <a:ext cx="24003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65518A"/>
          </a:solidFill>
          <a:ln xmlns:a="http://schemas.openxmlformats.org/drawingml/2006/main" w="9525">
            <a:solidFill>
              <a:srgbClr val="6551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5A6DB-46ED-43EE-8EA7-6E522B9F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714500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Pay 1,000 sats to continue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1030E-CE33-4C6C-B36A-DABFC6A7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057525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90-second LTO treasure offer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3EEA1-0F65-49F6-A98D-33EE12F2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400550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Achievement asset award</a:t>
            </a:r>
          </a:p>
        </p:txBody>
      </p:sp>
      <p:cxnSp>
        <p:nvCxnSpPr>
          <p:cNvPr id="58" name=""/>
          <p:cNvCxnSpPr>
            <a:stCxn xmlns:a="http://schemas.openxmlformats.org/drawingml/2006/main" id="3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3750" y="1828800"/>
            <a:ext cx="866775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59" name=""/>
          <p:cNvCxnSpPr>
            <a:stCxn xmlns:a="http://schemas.openxmlformats.org/drawingml/2006/main" id="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33750" y="1828800"/>
            <a:ext cx="3638550" cy="1581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0" name=""/>
          <p:cNvCxnSpPr>
            <a:stCxn xmlns:a="http://schemas.openxmlformats.org/drawingml/2006/main" id="3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1828800"/>
            <a:ext cx="6410325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1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3750" y="2781300"/>
            <a:ext cx="866775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2" name=""/>
          <p:cNvCxnSpPr>
            <a:stCxn xmlns:a="http://schemas.openxmlformats.org/drawingml/2006/main" id="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333750" y="2066925"/>
            <a:ext cx="36385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33750" y="2781300"/>
            <a:ext cx="3638550" cy="1971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4" name=""/>
          <p:cNvCxnSpPr>
            <a:stCxn xmlns:a="http://schemas.openxmlformats.org/drawingml/2006/main" id="4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333750" y="2781300"/>
            <a:ext cx="6410325" cy="1971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5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33750" y="3733800"/>
            <a:ext cx="86677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6" name=""/>
          <p:cNvCxnSpPr>
            <a:stCxn xmlns:a="http://schemas.openxmlformats.org/drawingml/2006/main" id="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3333750" y="3409950"/>
            <a:ext cx="6410325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7" name="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3333750" y="2066925"/>
            <a:ext cx="6410325" cy="2619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8" name=""/>
          <p:cNvCxnSpPr>
            <a:stCxn xmlns:a="http://schemas.openxmlformats.org/drawingml/2006/main" id="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3333750" y="3409950"/>
            <a:ext cx="6410325" cy="1276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333750" y="2066925"/>
            <a:ext cx="866775" cy="3571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333750" y="4752975"/>
            <a:ext cx="3638550" cy="885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1365237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2026-09-10T15:09:52.4770000Z</dcterms:created>
  <dcterms:modified xsi:type="dcterms:W3CDTF">2026-09-10T15:09:52.4770000Z</dcterms:modified>
</coreProperties>
</file>
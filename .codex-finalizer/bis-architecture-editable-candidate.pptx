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fdc263fc04cb6" /><Relationship Type="http://schemas.openxmlformats.org/officeDocument/2006/relationships/extended-properties" Target="/docProps/app.xml" Id="R4a061d94f7814940" /><Relationship Type="http://schemas.openxmlformats.org/officeDocument/2006/relationships/officeDocument" Target="/ppt/presentation.xml" Id="R886fd93bfab0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c3c493ae2c4445"/>
  </p:sldMasterIdLst>
  <p:notesMasterIdLst>
    <p:notesMasterId xmlns:r="http://schemas.openxmlformats.org/officeDocument/2006/relationships" r:id="R90a3440818b44a98"/>
  </p:notesMasterIdLst>
  <p:sldIdLst>
    <p:sldId xmlns:r="http://schemas.openxmlformats.org/officeDocument/2006/relationships" id="256" r:id="R09be7a3e618c4d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6f193e52d4b75" /><Relationship Type="http://schemas.openxmlformats.org/officeDocument/2006/relationships/slideMaster" Target="/ppt/slideMasters/slideMaster1.xml" Id="R1bc3c493ae2c4445" /><Relationship Type="http://schemas.openxmlformats.org/officeDocument/2006/relationships/notesMaster" Target="/ppt/notesMasters/notesMaster1.xml" Id="R90a3440818b44a98" /><Relationship Type="http://schemas.openxmlformats.org/officeDocument/2006/relationships/presProps" Target="/ppt/presProps.xml" Id="R3611e353989447b3" /><Relationship Type="http://schemas.openxmlformats.org/officeDocument/2006/relationships/tableStyles" Target="/ppt/tableStyles.xml" Id="R1937defb4a1e4b37" /><Relationship Type="http://schemas.openxmlformats.org/officeDocument/2006/relationships/slide" Target="/ppt/slides/slide1.xml" Id="R09be7a3e618c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6b4543643c4a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321c0617a4e16" /><Relationship Type="http://schemas.openxmlformats.org/officeDocument/2006/relationships/notesMaster" Target="/ppt/notesMasters/notesMaster1.xml" Id="Rf1cd80af78a0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labels and relationships derived from the BIS repository, including the AdminPanel, MarketplacePanel, marketplace App, and treasure-session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ffc6c7aa0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879ac9e88649e2" /><Relationship Type="http://schemas.openxmlformats.org/officeDocument/2006/relationships/slideLayout" Target="/ppt/slideLayouts/slideLayout1.xml" Id="Rd449e51e7140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9e51e7140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53ece4b7a4fef" /><Relationship Type="http://schemas.openxmlformats.org/officeDocument/2006/relationships/notesSlide" Target="/ppt/notesSlides/notesSlide1.xml" Id="Rb26e0a436990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E54213-BB6D-4B3D-A60C-8E36078A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5657850"/>
          </a:xfrm>
          <a:prstGeom xmlns:a="http://schemas.openxmlformats.org/drawingml/2006/main" prst="roundRect">
            <a:avLst>
              <a:gd name="adj" fmla="val 2312"/>
            </a:avLst>
          </a:prstGeom>
          <a:ln xmlns:a="http://schemas.openxmlformats.org/drawingml/2006/main" w="9525">
            <a:solidFill>
              <a:srgbClr val="2D77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A5771-644B-4E87-9596-CD6A3179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0550"/>
            <a:ext cx="3295650" cy="638175"/>
          </a:xfrm>
          <a:prstGeom xmlns:a="http://schemas.openxmlformats.org/drawingml/2006/main" prst="roundRect">
            <a:avLst>
              <a:gd name="adj" fmla="val 11940"/>
            </a:avLst>
          </a:prstGeom>
          <a:ln xmlns:a="http://schemas.openxmlformats.org/drawingml/2006/main" w="9525">
            <a:solidFill>
              <a:srgbClr val="173E67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A3EDC-6E4F-47F7-961C-341900DF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2D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Account / Wallet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7A1EC-A8FB-4D13-B0F0-588DDC6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2D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67475-1281-44A7-B273-0C9D87D6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2D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Contracts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40E61-9880-426A-96A7-A48BA7F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2D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D7BEA-9FAC-419F-AF9F-BEF881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83845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2D77B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Transaction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3120D-E415-41E8-B342-9609B257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ln xmlns:a="http://schemas.openxmlformats.org/drawingml/2006/main" w="9525">
            <a:solidFill>
              <a:srgbClr val="8393A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D778C-DE81-4CC4-8B80-8D0EED37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ln xmlns:a="http://schemas.openxmlformats.org/drawingml/2006/main" w="9525">
            <a:solidFill>
              <a:srgbClr val="53677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A5453-A8FF-4CC1-B898-46B3F087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8393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A4. Account Dialog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13AF7-2EBD-483C-8FF6-C236DB4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8393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C1. Mint Asset &amp; Send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E62EF-4ADF-4F10-916E-451BD57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8393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G2. LTO Treasure Chest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CF3A9-4826-4CB2-AD6F-F6A126FB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5657850"/>
          </a:xfrm>
          <a:prstGeom xmlns:a="http://schemas.openxmlformats.org/drawingml/2006/main" prst="roundRect">
            <a:avLst>
              <a:gd name="adj" fmla="val 3226"/>
            </a:avLst>
          </a:prstGeom>
          <a:ln xmlns:a="http://schemas.openxmlformats.org/drawingml/2006/main" w="9525">
            <a:solidFill>
              <a:srgbClr val="669FA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CDF86-5347-4E4F-8707-E817F4A7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2362200" cy="638175"/>
          </a:xfrm>
          <a:prstGeom xmlns:a="http://schemas.openxmlformats.org/drawingml/2006/main" prst="roundRect">
            <a:avLst>
              <a:gd name="adj" fmla="val 11940"/>
            </a:avLst>
          </a:prstGeom>
          <a:ln xmlns:a="http://schemas.openxmlformats.org/drawingml/2006/main" w="9525">
            <a:solidFill>
              <a:srgbClr val="296E72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80879-14C9-4318-B2A6-1F2C11AE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669F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Stealth &amp; Steel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8FB90-7C4E-4239-A231-7F130EF7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669F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Game Wallet Login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E1C0B-0ECD-4A62-B806-10E2477B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669FA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Verified game-wallet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8A41D-3291-408C-AD04-6B493AE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5657850"/>
          </a:xfrm>
          <a:prstGeom xmlns:a="http://schemas.openxmlformats.org/drawingml/2006/main" prst="roundRect">
            <a:avLst>
              <a:gd name="adj" fmla="val 3175"/>
            </a:avLst>
          </a:prstGeom>
          <a:ln xmlns:a="http://schemas.openxmlformats.org/drawingml/2006/main" w="9525">
            <a:solidFill>
              <a:srgbClr val="9585A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55DA5-E42A-44A2-9831-982ED5A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0550"/>
            <a:ext cx="2400300" cy="638175"/>
          </a:xfrm>
          <a:prstGeom xmlns:a="http://schemas.openxmlformats.org/drawingml/2006/main" prst="roundRect">
            <a:avLst>
              <a:gd name="adj" fmla="val 11940"/>
            </a:avLst>
          </a:prstGeom>
          <a:ln xmlns:a="http://schemas.openxmlformats.org/drawingml/2006/main" w="9525">
            <a:solidFill>
              <a:srgbClr val="65518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9F42C-4D1F-473E-A6A3-FAD59ABF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1450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9585A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Pay 1,000 sats to continue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FE2E4-72AF-46FA-AC8D-DE03682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057525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9585A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90-second LTO treasure offer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F1944-57AF-493A-8B27-431E39EB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400550"/>
            <a:ext cx="1943100" cy="704850"/>
          </a:xfrm>
          <a:prstGeom xmlns:a="http://schemas.openxmlformats.org/drawingml/2006/main" prst="roundRect">
            <a:avLst>
              <a:gd name="adj" fmla="val 10811"/>
            </a:avLst>
          </a:prstGeom>
          <a:ln xmlns:a="http://schemas.openxmlformats.org/drawingml/2006/main" w="11906">
            <a:solidFill>
              <a:srgbClr val="9585A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334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32334"/>
                </a:solidFill>
                <a:latin typeface="Arial"/>
                <a:ea typeface="Arial"/>
                <a:cs typeface="Arial"/>
              </a:rPr>
              <a:t>Achievement asset award</a:t>
            </a:r>
          </a:p>
        </p:txBody>
      </p:sp>
      <p:cxnSp>
        <p:nvCxnSpPr>
          <p:cNvPr id="58" name=""/>
          <p:cNvCxnSpPr>
            <a:stCxn xmlns:a="http://schemas.openxmlformats.org/drawingml/2006/main" id="3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1828800"/>
            <a:ext cx="86677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59" name=""/>
          <p:cNvCxnSpPr>
            <a:stCxn xmlns:a="http://schemas.openxmlformats.org/drawingml/2006/main" id="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3750" y="1828800"/>
            <a:ext cx="3638550" cy="1581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0" name=""/>
          <p:cNvCxnSpPr>
            <a:stCxn xmlns:a="http://schemas.openxmlformats.org/drawingml/2006/main" id="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1828800"/>
            <a:ext cx="6410325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1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2781300"/>
            <a:ext cx="8667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33750" y="2066925"/>
            <a:ext cx="36385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3750" y="2781300"/>
            <a:ext cx="3638550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4" name=""/>
          <p:cNvCxnSpPr>
            <a:stCxn xmlns:a="http://schemas.openxmlformats.org/drawingml/2006/main" id="4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333750" y="2781300"/>
            <a:ext cx="6410325" cy="1971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5" name=""/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733800"/>
            <a:ext cx="86677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6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3333750" y="2066925"/>
            <a:ext cx="6410325" cy="2619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333750" y="3409950"/>
            <a:ext cx="6410325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2066925"/>
            <a:ext cx="866775" cy="3571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333750" y="4752975"/>
            <a:ext cx="3638550" cy="885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 cap="rnd">
            <a:solidFill>
              <a:srgbClr val="244B68"/>
            </a:solidFill>
            <a:prstDash val="solid"/>
            <a:round/>
          </a:ln>
        </p:spPr>
      </p:cxnSp>
    </p:spTree>
    <p:extLst>
      <p:ext uri="{BB962C8B-B14F-4D97-AF65-F5344CB8AC3E}">
        <p14:creationId xmlns:p14="http://schemas.microsoft.com/office/powerpoint/2010/main" val="1156516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2026-09-10T15:07:42.2850000Z</dcterms:created>
  <dcterms:modified xsi:type="dcterms:W3CDTF">2026-09-10T15:07:42.2850000Z</dcterms:modified>
</coreProperties>
</file>
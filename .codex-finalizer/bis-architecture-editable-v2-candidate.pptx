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2042674dbf43cd" /><Relationship Type="http://schemas.openxmlformats.org/officeDocument/2006/relationships/extended-properties" Target="/docProps/app.xml" Id="R8c68f4b1462642b9" /><Relationship Type="http://schemas.openxmlformats.org/officeDocument/2006/relationships/officeDocument" Target="/ppt/presentation.xml" Id="R79cf42cf0c574c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b1e48c9d214da4"/>
  </p:sldMasterIdLst>
  <p:notesMasterIdLst>
    <p:notesMasterId xmlns:r="http://schemas.openxmlformats.org/officeDocument/2006/relationships" r:id="R6e5c65b6041d43a6"/>
  </p:notesMasterIdLst>
  <p:sldIdLst>
    <p:sldId xmlns:r="http://schemas.openxmlformats.org/officeDocument/2006/relationships" id="256" r:id="Rf6e937e9756445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5eb860781c404d" /><Relationship Type="http://schemas.openxmlformats.org/officeDocument/2006/relationships/slideMaster" Target="/ppt/slideMasters/slideMaster1.xml" Id="R2bb1e48c9d214da4" /><Relationship Type="http://schemas.openxmlformats.org/officeDocument/2006/relationships/notesMaster" Target="/ppt/notesMasters/notesMaster1.xml" Id="R6e5c65b6041d43a6" /><Relationship Type="http://schemas.openxmlformats.org/officeDocument/2006/relationships/presProps" Target="/ppt/presProps.xml" Id="R6530350d05954f5f" /><Relationship Type="http://schemas.openxmlformats.org/officeDocument/2006/relationships/tableStyles" Target="/ppt/tableStyles.xml" Id="R469c2d8738694c3b" /><Relationship Type="http://schemas.openxmlformats.org/officeDocument/2006/relationships/slide" Target="/ppt/slides/slide1.xml" Id="Rf6e937e9756445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1dabe1a80346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f9e0bcef34689" /><Relationship Type="http://schemas.openxmlformats.org/officeDocument/2006/relationships/notesMaster" Target="/ppt/notesMasters/notesMaster1.xml" Id="Rca46b6e428b94c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labels and relationships derived from the BIS repository, including the AdminPanel, MarketplacePanel, marketplace App, and treasure-session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0f59d0e504b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e49480feb6427e" /><Relationship Type="http://schemas.openxmlformats.org/officeDocument/2006/relationships/slideLayout" Target="/ppt/slideLayouts/slideLayout1.xml" Id="Reaf9b007e91143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9b007e91143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a3b340dc44005" /><Relationship Type="http://schemas.openxmlformats.org/officeDocument/2006/relationships/notesSlide" Target="/ppt/notesSlides/notesSlide1.xml" Id="R8a7a7813a3614e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2CE416-045B-4F50-BEC5-AA686CC7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56578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7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B16C1-6DBF-46BB-A25E-58630C48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73E67"/>
          </a:solidFill>
          <a:ln xmlns:a="http://schemas.openxmlformats.org/drawingml/2006/main" w="9525">
            <a:solidFill>
              <a:srgbClr val="173E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B0D24-6468-4788-8BF8-7F4E30AF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Account / Wallet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F4FF8-0055-4AA0-908F-1675CEC2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28D82-B92B-4983-91E1-98319F56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0D07F-D202-433D-8855-F80D2F5C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59EEB-0662-4A45-B022-E46A67C3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Transaction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21062-FFD4-4E77-80B3-2635B6BE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393A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09273-CB70-441B-A1F5-8D6A7B1A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536779"/>
          </a:solidFill>
          <a:ln xmlns:a="http://schemas.openxmlformats.org/drawingml/2006/main" w="9525">
            <a:solidFill>
              <a:srgbClr val="5367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CBA4B-CA85-43EA-8C3C-23A36BF7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A4. Account Dialog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E5724-D574-4E0F-8A14-86227611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C1. Mint Asset &amp; Send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628D5-4BC0-42D0-AA47-B53EA29D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G2. LTO Treasure Chest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619CA-EE9D-472E-BF87-678F4C87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9FA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CE38C-4C6B-4A9C-B8D5-30B74F12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96E72"/>
          </a:solidFill>
          <a:ln xmlns:a="http://schemas.openxmlformats.org/drawingml/2006/main" w="9525">
            <a:solidFill>
              <a:srgbClr val="296E7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8FA89-4F00-459F-B729-AEE89041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Stealth &amp; Steel catalog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3B203-0A95-450B-96B4-C9C7044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Game Wallet Login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D3D47-7066-4E4D-803C-009DAE3B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Verified game-wallet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56B0E-AD44-4B6B-BDDB-FF682CFC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56578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85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F5F60-0183-44A0-826B-F87BDB5B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65518A"/>
          </a:solidFill>
          <a:ln xmlns:a="http://schemas.openxmlformats.org/drawingml/2006/main" w="9525">
            <a:solidFill>
              <a:srgbClr val="6551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206E3-22D3-461E-BE6F-C253B29E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71450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 1,000 sats to continue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36979-A2B0-4DB6-BDE1-26363D8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57525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90-second LTO treasure offer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B0088-D009-4E85-A21D-EFEB0ED3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0055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Achievement asset award</a:t>
            </a:r>
          </a:p>
        </p:txBody>
      </p:sp>
      <p:cxnSp>
        <p:nvCxnSpPr>
          <p:cNvPr id="58" name=""/>
          <p:cNvCxnSpPr>
            <a:stCxn xmlns:a="http://schemas.openxmlformats.org/drawingml/2006/main" id="3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3750" y="1828800"/>
            <a:ext cx="866775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59" name=""/>
          <p:cNvCxnSpPr>
            <a:stCxn xmlns:a="http://schemas.openxmlformats.org/drawingml/2006/main" id="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33750" y="1828800"/>
            <a:ext cx="3638550" cy="1581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0" name=""/>
          <p:cNvCxnSpPr>
            <a:stCxn xmlns:a="http://schemas.openxmlformats.org/drawingml/2006/main" id="3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1828800"/>
            <a:ext cx="6410325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1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2781300"/>
            <a:ext cx="866775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2" name=""/>
          <p:cNvCxnSpPr>
            <a:stCxn xmlns:a="http://schemas.openxmlformats.org/drawingml/2006/main" id="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333750" y="2066925"/>
            <a:ext cx="36385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33750" y="2781300"/>
            <a:ext cx="3638550" cy="1971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4" name=""/>
          <p:cNvCxnSpPr>
            <a:stCxn xmlns:a="http://schemas.openxmlformats.org/drawingml/2006/main" id="4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333750" y="2781300"/>
            <a:ext cx="6410325" cy="1971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5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3733800"/>
            <a:ext cx="86677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6" name=""/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3333750" y="3409950"/>
            <a:ext cx="6410325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7" name="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3333750" y="2066925"/>
            <a:ext cx="6410325" cy="2619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8" name=""/>
          <p:cNvCxnSpPr>
            <a:stCxn xmlns:a="http://schemas.openxmlformats.org/drawingml/2006/main" id="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3333750" y="3409950"/>
            <a:ext cx="6410325" cy="1276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333750" y="2066925"/>
            <a:ext cx="866775" cy="3571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333750" y="4752975"/>
            <a:ext cx="3638550" cy="885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643056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2026-09-10T15:08:52.1100000Z</dcterms:created>
  <dcterms:modified xsi:type="dcterms:W3CDTF">2026-09-10T15:08:52.1100000Z</dcterms:modified>
</coreProperties>
</file>
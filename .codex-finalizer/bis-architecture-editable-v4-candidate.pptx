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6b261775644a31" /><Relationship Type="http://schemas.openxmlformats.org/officeDocument/2006/relationships/extended-properties" Target="/docProps/app.xml" Id="R6d87c5d08a5141f7" /><Relationship Type="http://schemas.openxmlformats.org/officeDocument/2006/relationships/officeDocument" Target="/ppt/presentation.xml" Id="R4948cf8ce7d049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e138a43558448c"/>
  </p:sldMasterIdLst>
  <p:notesMasterIdLst>
    <p:notesMasterId xmlns:r="http://schemas.openxmlformats.org/officeDocument/2006/relationships" r:id="Re393b530079447b7"/>
  </p:notesMasterIdLst>
  <p:sldIdLst>
    <p:sldId xmlns:r="http://schemas.openxmlformats.org/officeDocument/2006/relationships" id="256" r:id="R3c0d8440a44743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fc0fe5a8ab474f" /><Relationship Type="http://schemas.openxmlformats.org/officeDocument/2006/relationships/slideMaster" Target="/ppt/slideMasters/slideMaster1.xml" Id="R15e138a43558448c" /><Relationship Type="http://schemas.openxmlformats.org/officeDocument/2006/relationships/notesMaster" Target="/ppt/notesMasters/notesMaster1.xml" Id="Re393b530079447b7" /><Relationship Type="http://schemas.openxmlformats.org/officeDocument/2006/relationships/presProps" Target="/ppt/presProps.xml" Id="R3eadf35087304554" /><Relationship Type="http://schemas.openxmlformats.org/officeDocument/2006/relationships/tableStyles" Target="/ppt/tableStyles.xml" Id="Raff9ad1155654adb" /><Relationship Type="http://schemas.openxmlformats.org/officeDocument/2006/relationships/slide" Target="/ppt/slides/slide1.xml" Id="R3c0d8440a44743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f64bc71934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5421dd64c425d" /><Relationship Type="http://schemas.openxmlformats.org/officeDocument/2006/relationships/notesMaster" Target="/ppt/notesMasters/notesMaster1.xml" Id="R7a7c64ab36a9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labels and relationships derived from the BIS repository, including the AdminPanel, MarketplacePanel, marketplace App, and treasure-session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91e893cd042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dc0a6cb9b74c29" /><Relationship Type="http://schemas.openxmlformats.org/officeDocument/2006/relationships/slideLayout" Target="/ppt/slideLayouts/slideLayout1.xml" Id="Rc792a1116bc842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92a1116bc842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35b52f059452e" /><Relationship Type="http://schemas.openxmlformats.org/officeDocument/2006/relationships/notesSlide" Target="/ppt/notesSlides/notesSlide1.xml" Id="Ra2be54378eb54f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4ADBF7-5FE9-4B69-BDC2-BA25E134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56578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77B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50199-2EB2-45BD-875E-86822C63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73E67"/>
          </a:solidFill>
          <a:ln xmlns:a="http://schemas.openxmlformats.org/drawingml/2006/main" w="9525">
            <a:solidFill>
              <a:srgbClr val="173E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62B6D-FC76-4C88-9A3D-42566D99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393A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B3413-0BAC-42D2-88FB-AD8E4026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536779"/>
          </a:solidFill>
          <a:ln xmlns:a="http://schemas.openxmlformats.org/drawingml/2006/main" w="9525">
            <a:solidFill>
              <a:srgbClr val="5367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3CF4D-AE88-4999-899B-47F8C217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9FA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FF0F8-E8E4-47C4-AC59-35BB329E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96E72"/>
          </a:solidFill>
          <a:ln xmlns:a="http://schemas.openxmlformats.org/drawingml/2006/main" w="9525">
            <a:solidFill>
              <a:srgbClr val="296E7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78F31-04E3-41B7-8F5C-51F3E17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56578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85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B1397-DE8A-47B7-AFB0-E9D4EFF8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65518A"/>
          </a:solidFill>
          <a:ln xmlns:a="http://schemas.openxmlformats.org/drawingml/2006/main" w="9525">
            <a:solidFill>
              <a:srgbClr val="6551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76567-0EA3-4EEA-9D61-AC83CFE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42862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30729-B080-4FF5-BCF9-485587F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28800"/>
            <a:ext cx="190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65496-A325-4052-9560-BCC7BD3C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66925"/>
            <a:ext cx="4381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1DC22-091B-4C69-91E7-1AF67AB3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4953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2358F-7407-42C9-AC4C-4C983A9A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28800"/>
            <a:ext cx="1905" cy="157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98DB8-4A7B-44D9-93E0-8CD9BF93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0425"/>
            <a:ext cx="31432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1F8A9-AE50-4C7A-A12A-9E333F31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3810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CE27D-3136-4A50-B3D3-1BEE0F88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190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E6210-ED27-420E-B99D-0F56D9FB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602932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1679F-6B8B-4429-9DB2-86737021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381125"/>
            <a:ext cx="190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9748E-A1B7-44FE-A34C-417AD27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5238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700E8-93AA-49FE-8D73-151E924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81300"/>
            <a:ext cx="190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EBB30-C847-42F2-8F8D-9B5955B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00425"/>
            <a:ext cx="3429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83032-4FF7-4F4A-9535-24AB222B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32385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322E7-83E7-4799-8A44-3C66C3F0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190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BF2222-5EF8-4F75-AD5F-34F88FEF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4000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2E330-12EB-4EC5-9BB5-AF9B5498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5715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D4A0C-8C8C-4D12-963B-D58603DC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1905" cy="1952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F4029-8B5F-459F-BE31-13B711C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30670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220DA-A298-482F-B40A-A21282C0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4572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99D204-EB94-4A2C-A970-7D2185DA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1905" cy="2409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7AB5D8-BAE4-4433-B9BE-0B9D53D0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91125"/>
            <a:ext cx="595312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E1E48A-D783-4106-8339-1F2DE6C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733925"/>
            <a:ext cx="190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8F434-3A12-4CBC-A53A-996B55C9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5238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CFA83F-5309-4353-A3D1-345ED875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33800"/>
            <a:ext cx="190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377845-2EC3-473E-B8F7-30E1B4DD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33925"/>
            <a:ext cx="3429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F3FF3-CDBD-4D5E-AE29-D74A91BC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4572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A0658D-AA6E-4476-BF4B-2E982EE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33800"/>
            <a:ext cx="190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D5D8F0-E078-4F67-8BB7-9F487CF8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57675"/>
            <a:ext cx="595312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793C2B-EC82-499A-A7D4-066E6344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0425"/>
            <a:ext cx="190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ECC271-698F-491D-8B32-F4A9DD8A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3333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D35230-B9A6-4D87-8925-6C432344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1905" cy="2143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9388BB-18FB-4001-927E-EA553AA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60769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3E3113-BA5D-4652-A2FD-188F53F3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66925"/>
            <a:ext cx="190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29F353-1DBC-4442-A20B-12284CD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4000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EA8769-3F78-46E6-BB1E-D809E07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71925"/>
            <a:ext cx="190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12992F-CF21-4B1A-944D-0BE69F8F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71925"/>
            <a:ext cx="60102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CB28B1-3FD0-4B9A-A4C5-D99EEC22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0425"/>
            <a:ext cx="190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223A16-FCAF-4471-BF6D-E0BE082C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38800"/>
            <a:ext cx="333375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A11330-3833-4DD2-B3B2-9D6B8647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57425"/>
            <a:ext cx="1905" cy="3381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ACFB2E-14A1-4380-9E6B-36332CE6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57425"/>
            <a:ext cx="5334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0DEEA2-AF6D-4066-B8E6-89DA57FB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38800"/>
            <a:ext cx="32385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35A736-E3DE-4FEA-8C29-44D2F0B7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190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519E15-2A4F-4E4F-BC9E-3842592B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000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4B6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5299F4-4984-494E-8565-D32E824E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Account / Wallet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07C461-F93E-4CD3-9ADF-1BC11BEA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B4726C-D0F9-493A-B628-FAC9FBBC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6FF77B-D163-4DA4-AADF-FF1F3413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B750C4-0C55-4F30-9311-C994DDF4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1906">
            <a:solidFill>
              <a:srgbClr val="2D77B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Transaction History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715006-8E4E-4E15-B35A-4D644FC4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A4. Account Dialog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94DF5F-389C-47C8-A6EB-792A026C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C1. Mint Asset &amp; Send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7833CB-0ACA-4740-A78A-7BE8D5B4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EDF1"/>
          </a:solidFill>
          <a:ln xmlns:a="http://schemas.openxmlformats.org/drawingml/2006/main" w="11906">
            <a:solidFill>
              <a:srgbClr val="8393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G2. LTO Treasure Chest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DEBCD3-6633-4585-A138-49AF0D57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Stealth &amp; Steel catalog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C0CC6B-DFCA-4EB9-B49C-7AC41C4D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Game Wallet Login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6A4AC6-ED4D-4AEB-A222-6240E500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1F0"/>
          </a:solidFill>
          <a:ln xmlns:a="http://schemas.openxmlformats.org/drawingml/2006/main" w="11906">
            <a:solidFill>
              <a:srgbClr val="669FA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Verified game-wallet inventory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6D60202-7901-4C8D-8569-4ACE4059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1450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 1,000 sats to continue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29A1BC-C72A-4FC3-92C2-429BBD1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57525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90-second LTO treasure offer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31BF73-4190-4B19-9E9C-E6B6CE2E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0055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5"/>
          </a:solidFill>
          <a:ln xmlns:a="http://schemas.openxmlformats.org/drawingml/2006/main" w="11906">
            <a:solidFill>
              <a:srgbClr val="9585A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Achievement asset award</a:t>
            </a:r>
          </a:p>
        </p:txBody>
      </p:sp>
    </p:spTree>
    <p:extLst>
      <p:ext uri="{BB962C8B-B14F-4D97-AF65-F5344CB8AC3E}">
        <p14:creationId xmlns:p14="http://schemas.microsoft.com/office/powerpoint/2010/main" val="2027232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2026-09-10T15:11:25.2960000Z</dcterms:created>
  <dcterms:modified xsi:type="dcterms:W3CDTF">2026-09-10T15:11:25.2960000Z</dcterms:modified>
</coreProperties>
</file>
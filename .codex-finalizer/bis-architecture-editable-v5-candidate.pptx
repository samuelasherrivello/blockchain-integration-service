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32cd7cc2bf41fc" /><Relationship Type="http://schemas.openxmlformats.org/officeDocument/2006/relationships/extended-properties" Target="/docProps/app.xml" Id="Rf727b00958164f53" /><Relationship Type="http://schemas.openxmlformats.org/officeDocument/2006/relationships/officeDocument" Target="/ppt/presentation.xml" Id="Rddeff9896bb347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52f4135e0d4e65"/>
  </p:sldMasterIdLst>
  <p:notesMasterIdLst>
    <p:notesMasterId xmlns:r="http://schemas.openxmlformats.org/officeDocument/2006/relationships" r:id="R6fccc8c7720c439e"/>
  </p:notesMasterIdLst>
  <p:sldIdLst>
    <p:sldId xmlns:r="http://schemas.openxmlformats.org/officeDocument/2006/relationships" id="256" r:id="R64396721f84745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36fa82c2ba4df1" /><Relationship Type="http://schemas.openxmlformats.org/officeDocument/2006/relationships/slideMaster" Target="/ppt/slideMasters/slideMaster1.xml" Id="R3b52f4135e0d4e65" /><Relationship Type="http://schemas.openxmlformats.org/officeDocument/2006/relationships/notesMaster" Target="/ppt/notesMasters/notesMaster1.xml" Id="R6fccc8c7720c439e" /><Relationship Type="http://schemas.openxmlformats.org/officeDocument/2006/relationships/presProps" Target="/ppt/presProps.xml" Id="Rc5d680d345fb43a1" /><Relationship Type="http://schemas.openxmlformats.org/officeDocument/2006/relationships/tableStyles" Target="/ppt/tableStyles.xml" Id="R65633cf068774752" /><Relationship Type="http://schemas.openxmlformats.org/officeDocument/2006/relationships/slide" Target="/ppt/slides/slide1.xml" Id="R64396721f84745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7c6d159b1246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519108e1304464" /><Relationship Type="http://schemas.openxmlformats.org/officeDocument/2006/relationships/notesMaster" Target="/ppt/notesMasters/notesMaster1.xml" Id="Rb99ee73cf00946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labels and relationships derived from the BIS repository, including the AdminPanel, MarketplacePanel, marketplace App, and treasure-session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ff9b3503c42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8debc6f5fa4d5d" /><Relationship Type="http://schemas.openxmlformats.org/officeDocument/2006/relationships/slideLayout" Target="/ppt/slideLayouts/slideLayout1.xml" Id="Rda0df3e05ef646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0df3e05ef646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236f263eb4399" /><Relationship Type="http://schemas.openxmlformats.org/officeDocument/2006/relationships/notesSlide" Target="/ppt/notesSlides/notesSlide1.xml" Id="Rf27b97bf2f5a46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A85011-0842-4963-9D68-F4052852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0550"/>
            <a:ext cx="3295650" cy="56578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7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806E4-A26D-4F84-9A41-3BD9D515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0550"/>
            <a:ext cx="32956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73E67"/>
          </a:solidFill>
          <a:ln xmlns:a="http://schemas.openxmlformats.org/drawingml/2006/main" w="9525">
            <a:solidFill>
              <a:srgbClr val="173E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845DD-2CC4-4186-87D2-A047DD7A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0550"/>
            <a:ext cx="2362200" cy="56578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393A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56497-8635-465C-9862-0DA0E370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0550"/>
            <a:ext cx="23622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536779"/>
          </a:solidFill>
          <a:ln xmlns:a="http://schemas.openxmlformats.org/drawingml/2006/main" w="9525">
            <a:solidFill>
              <a:srgbClr val="5367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94482-D268-4534-9881-C79227F7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2362200" cy="56578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9FA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3D316-5416-4990-AAEA-05282A10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23622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296E72"/>
          </a:solidFill>
          <a:ln xmlns:a="http://schemas.openxmlformats.org/drawingml/2006/main" w="9525">
            <a:solidFill>
              <a:srgbClr val="296E7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B0861-7577-457A-BC11-1CC0FE76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0550"/>
            <a:ext cx="2400300" cy="56578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85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E2A7C-B400-480E-8B4B-88126553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0550"/>
            <a:ext cx="24003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65518A"/>
          </a:solidFill>
          <a:ln xmlns:a="http://schemas.openxmlformats.org/drawingml/2006/main" w="9525">
            <a:solidFill>
              <a:srgbClr val="6551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4760D-6943-4276-A83C-60B60BF0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28800"/>
            <a:ext cx="42862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1CFC2-ECE0-46F9-A68C-E064FB65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28800"/>
            <a:ext cx="190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94881-A695-4FCE-9FD8-1AB214BB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66925"/>
            <a:ext cx="4381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E9A36-9B8F-45DE-BF87-ED554F27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28800"/>
            <a:ext cx="4953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F648F-BC8C-4FD1-8283-052AC04A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28800"/>
            <a:ext cx="1905" cy="157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5BBC5-3481-496A-AF56-F8A02D43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00425"/>
            <a:ext cx="31432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25538-A516-4C4F-ADC0-844E0E9D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52387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009A5-73C3-4FBD-8872-870B25A6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81300"/>
            <a:ext cx="190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1D0EF-763E-476B-BD1A-32A03A8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00425"/>
            <a:ext cx="3429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081D8-B5C1-4201-A328-5D5CF8F7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32385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FDC0F-7CFE-43B1-A237-B04D73CC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190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557FE-BE62-4936-9F0D-D5CEE29B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4000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DCE3B-3CE4-4744-916F-65A99E5C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4572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974D9-03E8-4C83-B636-2D886069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1905" cy="2409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D9F3D-417A-498D-98FD-02E70F20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91125"/>
            <a:ext cx="595312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CAE24-DF36-44C6-B89C-F40402AC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733925"/>
            <a:ext cx="190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9935D2-1BF9-453C-9642-8DC322F6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52387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B075D-D175-4EDA-88A3-BEEDA2B1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33800"/>
            <a:ext cx="1905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F3828-D53A-48FA-AE5F-98D2183C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33925"/>
            <a:ext cx="3429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95AA8F-F3BB-432C-B6A0-4CB90F1E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4572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5E0FCD-6AF0-46F8-A102-993A7F27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33800"/>
            <a:ext cx="190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AD72EF-D1BB-4B27-AADE-97B62CFB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57675"/>
            <a:ext cx="595312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7A7949-C6F8-4E83-A32A-FCA50447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0425"/>
            <a:ext cx="190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E1C09E-56BC-47FE-9CAE-372E5535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33337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16B0E9-1B64-4A62-9344-0D7F8D99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43175"/>
            <a:ext cx="1905" cy="2143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A49802-236F-4E75-9E70-B684D52F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43175"/>
            <a:ext cx="60769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8340B6-1A14-42C4-80B8-611B00E3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066925"/>
            <a:ext cx="190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498974-A149-44BD-B699-EDE79280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38800"/>
            <a:ext cx="32385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C1E840-ED3B-4893-8562-32A2DA8A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1905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BE8C63-4367-49CD-ABB0-43FB14C5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000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D77532-BF92-4DA0-BE96-CFF89975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Account / Wallet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9F844F-8FF5-4C30-96F5-4E4C2C25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03E81E-E206-4017-824B-27121B06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79F901-A468-4812-AE8A-7395F566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3A1111-ABEC-4936-991B-31EE4CC2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Transaction History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65CF03-7442-4B4E-9086-7AE0851D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1450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11906">
            <a:solidFill>
              <a:srgbClr val="8393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A4. Account Dialog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10DD78-AE25-423C-A301-93E6A24D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5752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11906">
            <a:solidFill>
              <a:srgbClr val="8393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C1. Mint Asset &amp; Send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D7D945-503F-4806-9337-65FA1E76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005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11906">
            <a:solidFill>
              <a:srgbClr val="8393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G2. LTO Treasure Chest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242F4D-011C-4D83-ADC7-58AB2E09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1450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1F0"/>
          </a:solidFill>
          <a:ln xmlns:a="http://schemas.openxmlformats.org/drawingml/2006/main" w="11906">
            <a:solidFill>
              <a:srgbClr val="669F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Stealth &amp; Steel catalog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8C008F-D264-4DF7-81F1-05944F34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5752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1F0"/>
          </a:solidFill>
          <a:ln xmlns:a="http://schemas.openxmlformats.org/drawingml/2006/main" w="11906">
            <a:solidFill>
              <a:srgbClr val="669F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Game Wallet Login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3C90E8-ABAD-4A33-9C23-EBF7ACE6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005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1F0"/>
          </a:solidFill>
          <a:ln xmlns:a="http://schemas.openxmlformats.org/drawingml/2006/main" w="11906">
            <a:solidFill>
              <a:srgbClr val="669F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Verified game-wallet inventory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B9D6F1-22F3-4BCD-926D-339BA82A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714500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11906">
            <a:solidFill>
              <a:srgbClr val="9585A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Pay 1,000 sats to continue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E9DEF4-9A69-4944-86C3-33C57BEA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057525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11906">
            <a:solidFill>
              <a:srgbClr val="9585A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90-second LTO treasure offer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18804C-46C7-4D11-A032-C618E50F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400550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11906">
            <a:solidFill>
              <a:srgbClr val="9585A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Achievement asset award</a:t>
            </a:r>
          </a:p>
        </p:txBody>
      </p:sp>
    </p:spTree>
    <p:extLst>
      <p:ext uri="{BB962C8B-B14F-4D97-AF65-F5344CB8AC3E}">
        <p14:creationId xmlns:p14="http://schemas.microsoft.com/office/powerpoint/2010/main" val="753174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2026-09-10T15:12:32.7840000Z</dcterms:created>
  <dcterms:modified xsi:type="dcterms:W3CDTF">2026-09-10T15:12:32.7850000Z</dcterms:modified>
</coreProperties>
</file>